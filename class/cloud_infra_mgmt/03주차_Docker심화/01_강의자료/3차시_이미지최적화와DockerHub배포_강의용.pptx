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이미지 최적화와</a:t>
            </a:r>
          </a:p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Docker Hub 배포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레이어 캐싱 · .dockerignore · (선택) push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89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담당교수  김지윤</a:t>
            </a:r>
          </a:p>
        </p:txBody>
      </p:sp>
      <p:sp>
        <p:nvSpPr>
          <p:cNvPr id="9" name="Rectangle 8"/>
          <p:cNvSpPr/>
          <p:nvPr/>
        </p:nvSpPr>
        <p:spPr>
          <a:xfrm>
            <a:off x="9509760" y="5943600"/>
            <a:ext cx="18288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14213D"/>
                </a:solidFill>
                <a:latin typeface="맑은 고딕"/>
              </a:rPr>
              <a:t>강의용(교수자 시연)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1.  레이어 캐싱 원리를 이해하고 Dockerfile 순서를 최적화한다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2.  .dockerignore로 불필요한 파일을 빌드에서 제외한다</a:t>
            </a:r>
          </a:p>
          <a:p>
            <a:pPr>
              <a:lnSpc>
                <a:spcPct val="115000"/>
              </a:lnSpc>
            </a:pPr>
            <a:r>
              <a:rPr sz="2000" b="0">
                <a:solidFill>
                  <a:srgbClr val="222733"/>
                </a:solidFill>
                <a:latin typeface="맑은 고딕"/>
              </a:rPr>
              <a:t>3.  (선택) 완성한 이미지를 Docker Hub에 올려본다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12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진행 순서 (60분)</a:t>
            </a:r>
          </a:p>
        </p:txBody>
      </p:sp>
      <p:sp>
        <p:nvSpPr>
          <p:cNvPr id="6" name="Rectangle 5"/>
          <p:cNvSpPr/>
          <p:nvPr/>
        </p:nvSpPr>
        <p:spPr>
          <a:xfrm>
            <a:off x="2571292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3495751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96865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Isosceles Triangle 8"/>
          <p:cNvSpPr/>
          <p:nvPr/>
        </p:nvSpPr>
        <p:spPr>
          <a:xfrm rot="5400000">
            <a:off x="6021324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622438" y="1730959"/>
            <a:ext cx="1995220" cy="31089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Isosceles Triangle 10"/>
          <p:cNvSpPr/>
          <p:nvPr/>
        </p:nvSpPr>
        <p:spPr>
          <a:xfrm rot="5400000">
            <a:off x="8546896" y="1673352"/>
            <a:ext cx="146304" cy="146304"/>
          </a:xfrm>
          <a:prstGeom prst="triangl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40940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40940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263700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292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개념 설명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428292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428292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25분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28292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9" name="Oval 18"/>
          <p:cNvSpPr/>
          <p:nvPr/>
        </p:nvSpPr>
        <p:spPr>
          <a:xfrm>
            <a:off x="4566513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66513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789273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53865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Killercoda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953865" y="3017520"/>
            <a:ext cx="521208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53865" y="3017520"/>
            <a:ext cx="521208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15분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953865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최적화 전후 빌드 속도 비교</a:t>
            </a:r>
          </a:p>
        </p:txBody>
      </p:sp>
      <p:sp>
        <p:nvSpPr>
          <p:cNvPr id="26" name="Oval 25"/>
          <p:cNvSpPr/>
          <p:nvPr/>
        </p:nvSpPr>
        <p:spPr>
          <a:xfrm>
            <a:off x="7092086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92086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3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314846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79438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VM 안내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479438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79438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79438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(선택) Docker Hub push</a:t>
            </a:r>
          </a:p>
        </p:txBody>
      </p:sp>
      <p:sp>
        <p:nvSpPr>
          <p:cNvPr id="33" name="Oval 32"/>
          <p:cNvSpPr/>
          <p:nvPr/>
        </p:nvSpPr>
        <p:spPr>
          <a:xfrm>
            <a:off x="9617659" y="1481328"/>
            <a:ext cx="530352" cy="530352"/>
          </a:xfrm>
          <a:prstGeom prst="ellipse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617659" y="1481328"/>
            <a:ext cx="530352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맑은 고딕"/>
              </a:rPr>
              <a:t>4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40419" y="2304288"/>
            <a:ext cx="2084831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3E7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005011" y="2487168"/>
            <a:ext cx="175564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결과 제출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05011" y="3017520"/>
            <a:ext cx="420623" cy="310896"/>
          </a:xfrm>
          <a:prstGeom prst="roundRect">
            <a:avLst>
              <a:gd name="adj" fmla="val 50000"/>
            </a:avLst>
          </a:prstGeom>
          <a:solidFill>
            <a:srgbClr val="E3F5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05011" y="3017520"/>
            <a:ext cx="420623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0D9488"/>
                </a:solidFill>
                <a:latin typeface="맑은 고딕"/>
              </a:rPr>
              <a:t>5분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5011" y="3474720"/>
            <a:ext cx="1755648" cy="15727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12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레이어 캐싱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Dockerfile 순서가 빌드 속도를 좌우한다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레이어 캐싱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레이어는 순서대로 재사용된다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Dockerfile의 각 줄은 하나의 '레이어'가 되어 저장됨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다시 빌드할 때, 바뀌지 않은 앞부분 레이어는 재사용(캐시)하고 넘어감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그런데 중간에 바뀐 줄이 있으면, 그 아래 레이어는 전부 다시 만들어야 함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⚡  그래서 순서가 중요하다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자주 안 바뀌는 것(RUN pip install)은 위에, 자주 바뀌는 것(COPY app.py)은 아래에 배치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레이어 캐싱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나쁜 순서 vs 좋은 순서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1737360"/>
            <a:ext cx="2377440" cy="64008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737360"/>
            <a:ext cx="23774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구분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0" y="1737360"/>
            <a:ext cx="4206240" cy="640080"/>
          </a:xfrm>
          <a:prstGeom prst="rect">
            <a:avLst/>
          </a:prstGeom>
          <a:solidFill>
            <a:srgbClr val="8A8F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200400" y="1737360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COPY 먼저 (나쁨)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406640" y="1737360"/>
            <a:ext cx="4206240" cy="64008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1737360"/>
            <a:ext cx="420624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RUN 먼저 (좋음)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2377439"/>
            <a:ext cx="23774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32688" y="2377439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코드 한 줄만 수정 시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2377439"/>
            <a:ext cx="42062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310128" y="2377439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설치까지 처음부터 다시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406640" y="2377439"/>
            <a:ext cx="4206240" cy="64008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16367" y="2377439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설치는 캐시 재사용, COPY부터만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3017520"/>
            <a:ext cx="23774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32688" y="3017520"/>
            <a:ext cx="2157984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체감 빌드 시간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200400" y="301752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10128" y="3017520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매번 느림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406640" y="3017520"/>
            <a:ext cx="4206240" cy="6400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516367" y="3017520"/>
            <a:ext cx="3986783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300" b="0">
                <a:solidFill>
                  <a:srgbClr val="222733"/>
                </a:solidFill>
                <a:latin typeface="맑은 고딕"/>
              </a:rPr>
              <a:t>코드만 바뀌면 훨씬 빠름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06 / 12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.dockerignore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불필요한 파일은 애초에 제외하기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.dockerignore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.dockerignore란?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.gitignore와 비슷하게, 빌드 시 이미지에 포함하지 않을 파일·폴더를 지정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예: __pycache__/, .git/, *.log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불필요한 파일이 빠지면 이미지 용량이 줄고 빌드도 빨라짐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COPY . . 처럼 폴더 전체를 복사할 때 특히 중요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최적화 전후 비교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RUN pip install을 COPY app.py . 아래로 옮긴 '나쁜' Dockerfile로 빌드 → 시간 기록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app.py 내용만 한 줄 수정 후 다시 빌드 → 처음부터 다시 걸리는 시간 확인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RUN을 COPY보다 위로 옮긴 '좋은' Dockerfile로 교체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다시 app.py 수정 후 빌드 → 캐시 덕분에 훨씬 빨라진 것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(선택 심화) Docker Hub push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login  — Docker ID·비밀번호로 로그인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build -t {dockerhub_id}/myflask:v1 .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push {dockerhub_id}/myflask:v1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Docker Hub 웹사이트에서 본인 저장소에 이미지가 올라갔는지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3주차 3차시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12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자주 안 바뀌는 명령어를 위에, 자주 바뀌는 걸 아래에 두면 빌드가 빨라진다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.dockerignore로 불필요한 파일을 이미지에서 제외한다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주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4주차 — Kubernetes 아키텍처 및 Pod/Deployment 기초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지금까지는 컨테이너 하나하나를 직접 다뤘습니다. 다음 주부터는 여러 컨테이너를 자동으로 관리해주는 Kubernetes를 배웁니다.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