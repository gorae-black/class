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계정 준비와 나만의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Flask 앱 이미지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GitHub · Docker Hub 가입 → Dockerfile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GitHub·Docker Hub 계정을 준비한다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간단한 Python Flask 앱을 작성한다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그 앱을 Dockerfile로 빌드해 이미지로 만든다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3주차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계정 준비+Flask·Dockerfile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Flask 앱 빌드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 실습 안내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GitHub · Docker Hub 단계별 가입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GitHub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① github.com 접속 → Sign up 클릭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② 이메일·비밀번호·사용자명 입력 후 계정 생성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④ 로그인 후 우측 상단 '+' → New repository 로 저장소 하나 생성(예: cloud-lab)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0 · 계정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Hub 가입 (이미 있으면 건너뛰기)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① hub.docker.com 접속 → Sign Up 클릭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② 이메일·비밀번호·Docker ID(사용자명) 입력 후 계정 생성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③ 이메일 인증 완료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④ Docker ID를 꼭 기억해두기 (오늘 실습에서 {dockerhub_id}로 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5줄짜리 최소 웹 서버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app.py — 최소한의 웹 서버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Flask는 파이썬으로 웹 서버를 아주 간단하게 만들 수 있는 라이브러리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"/" 경로로 접속하면 문자열 하나를 응답하는 게 전부인 최소 예제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코드를 외울 필요 없음 — 그대로 복사해서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Flask 앱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Dockerfile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FROM python:3.11-slim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WORKDIR /app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COPY app.py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 pip install flask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EXPOSE 5000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CMD ["python", "app.py"]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Flask 앱 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app.py, Dockerfile 두 파일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myflask:v1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-d -p 5000:5000 myflask:v1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localhost:5000  →  "Hello, Cloud!"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동일하게 app.py, Dockerfile 작성 후 빌드·실행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curl 결과 캡처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 저장소(cloud-lab)에 app.py·Dockerfile push (git add/commit/push)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 과제 게시판에 GitHub 링크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GitHub·Docker Hub 계정 준비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나만의 Flask 앱을 Dockerfile로 빌드해 이미지로 만들었다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 만든 이미지를 더 작고 빠르게 최적화하는 방법을 배우고, (선택) Docker Hub에 직접 올려봅니다.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