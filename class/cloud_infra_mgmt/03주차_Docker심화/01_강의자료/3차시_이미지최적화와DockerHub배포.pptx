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"3주차 마지막 시간, 3차시를 시작하겠습니다.</a:t>
            </a:r>
          </a:p>
          <a:p/>
          <a:p>
            <a:r>
              <a:t>지난 시간에 여러분만의 Flask 앱을 Dockerfile로 빌드했습니다. 그런데 코드를 한 글자만 고쳐도 매번</a:t>
            </a:r>
          </a:p>
          <a:p>
            <a:r>
              <a:t>빌드가 오래 걸린다면 불편하겠죠? 오늘은 그 빌드 속도를 확 줄이는 방법, **레이어 캐싱**을 배우고,</a:t>
            </a:r>
          </a:p>
          <a:p>
            <a:r>
              <a:t>원하는 분들은 완성한 이미지를 Docker Hub에 올려보겠습니다."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레이어 캐싱 원리를 이해하고 Dockerfile 순서를 최적화하고,</a:t>
            </a:r>
          </a:p>
          <a:p>
            <a:r>
              <a:t>둘째, .dockerignore로 불필요한 파일을 빌드에서 제외하고,</a:t>
            </a:r>
          </a:p>
          <a:p>
            <a:r>
              <a:t>셋째 — 선택사항인데 — 완성한 이미지를 Docker Hub에 직접 올려봅니다."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25분 개념 설명, 15분 Killercoda 실습, 5분 안내, 5분 제출입니다."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레이어 캐싱]</a:t>
            </a:r>
          </a:p>
          <a:p/>
          <a:p>
            <a:r>
              <a:t>"1차시에서 '레이어가 순서대로 쌓인다'고 말씀드렸던 거 기억나시나요? 오늘 그 얘기를 더 깊게</a:t>
            </a:r>
          </a:p>
          <a:p>
            <a:r>
              <a:t>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[레이어는 순서대로 재사용된다]</a:t>
            </a:r>
          </a:p>
          <a:p/>
          <a:p>
            <a:r>
              <a:t>"Dockerfile의 각 줄은 하나의 '레이어'가 되어 저장됩니다. 그런데 다시 빌드할 때, **바뀌지 않은</a:t>
            </a:r>
          </a:p>
          <a:p>
            <a:r>
              <a:t>앞부분의 레이어는 새로 안 만들고 그대로 재사용**합니다. 이걸 '캐시'라고 해요.</a:t>
            </a:r>
          </a:p>
          <a:p/>
          <a:p>
            <a:r>
              <a:t>문제는, 중간에 바뀐 줄이 하나라도 있으면 **그 아래에 있는 레이어는 전부 다시 만들어야 한다**는</a:t>
            </a:r>
          </a:p>
          <a:p>
            <a:r>
              <a:t>겁니다.</a:t>
            </a:r>
          </a:p>
          <a:p/>
          <a:p>
            <a:r>
              <a:t>**(핵심 강조)** 그래서 Dockerfile을 쓸 때는, 자주 안 바뀌는 것(예: 라이브러리 설치)을 위쪽에,</a:t>
            </a:r>
          </a:p>
          <a:p>
            <a:r>
              <a:t>자주 바뀌는 것(예: 내 코드 COPY)을 아래쪽에 배치하는 게 좋습니다."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[나쁜 순서 vs 좋은 순서]</a:t>
            </a:r>
          </a:p>
          <a:p/>
          <a:p>
            <a:r>
              <a:t>"표로 비교해보겠습니다. 만약 `COPY app.py .`를 `RUN pip install flask`보다 먼저 써버리면 — 코드</a:t>
            </a:r>
          </a:p>
          <a:p>
            <a:r>
              <a:t>한 줄만 고쳐도 COPY 레이어가 바뀌었으니, 그 아래 있는 `pip install`까지 처음부터 다시 실행됩니다.</a:t>
            </a:r>
          </a:p>
          <a:p>
            <a:r>
              <a:t>매번 느려요.</a:t>
            </a:r>
          </a:p>
          <a:p/>
          <a:p>
            <a:r>
              <a:t>반대로 `RUN pip install flask`를 먼저 쓰고 `COPY app.py .`를 나중에 쓰면 — 코드만 고쳤을 때 설치</a:t>
            </a:r>
          </a:p>
          <a:p>
            <a:r>
              <a:t>과정은 캐시를 그대로 재사용하고, COPY부터만 다시 하면 됩니다. 훨씬 빠르죠."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.dockerignore]</a:t>
            </a:r>
          </a:p>
          <a:p/>
          <a:p>
            <a:r>
              <a:t>"이번엔 이미지 용량을 줄이는 또 다른 방법을 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[.dockerignore란?]</a:t>
            </a:r>
          </a:p>
          <a:p/>
          <a:p>
            <a:r>
              <a:t>".dockerignore는 Git을 써보신 분이라면 익숙할 .gitignore와 비슷합니다. 빌드할 때 이미지 안에</a:t>
            </a:r>
          </a:p>
          <a:p>
            <a:r>
              <a:t>넣지 않을 파일이나 폴더를 지정하는 거예요.</a:t>
            </a:r>
          </a:p>
          <a:p/>
          <a:p>
            <a:r>
              <a:t>예를 들어 `__pycache__/`, `.git/`, `*.log` 같은 건 굳이 이미지에 들어갈 필요가 없죠. 이런 파일들이</a:t>
            </a:r>
          </a:p>
          <a:p>
            <a:r>
              <a:t>빠지면 이미지 용량도 줄고 빌드 속도도 빨라집니다.</a:t>
            </a:r>
          </a:p>
          <a:p/>
          <a:p>
            <a:r>
              <a:t>**(중요성 강조)** 특히 `COPY . .`처럼 폴더 전체를 통째로 복사할 때, .dockerignore가 없으면 불필요한</a:t>
            </a:r>
          </a:p>
          <a:p>
            <a:r>
              <a:t>파일까지 전부 이미지에 들어가버리니 꼭 챙겨야 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— 최적화 전후 비교]</a:t>
            </a:r>
          </a:p>
          <a:p/>
          <a:p>
            <a:r>
              <a:t>"자, 직접 체감해보겠습니다.</a:t>
            </a:r>
          </a:p>
          <a:p/>
          <a:p>
            <a:r>
              <a:t>먼저 `RUN pip install`을 `COPY app.py .` 아래에 두는 '나쁜' Dockerfile로 빌드하고 시간을 기록하세요.</a:t>
            </a:r>
          </a:p>
          <a:p>
            <a:r>
              <a:t>그다음 `app.py` 내용을 한 줄만 수정하고 다시 빌드해서, 또 처음부터 오래 걸리는 걸 확인하세요.</a:t>
            </a:r>
          </a:p>
          <a:p/>
          <a:p>
            <a:r>
              <a:t>이번엔 `RUN`을 `COPY`보다 위로 옮긴 '좋은' Dockerfile로 바꾸고, 다시 `app.py`를 수정한 뒤 빌드해보세요.</a:t>
            </a:r>
          </a:p>
          <a:p>
            <a:r>
              <a:t>캐시 덕분에 훨씬 빨라진 게 느껴지실 거예요.</a:t>
            </a:r>
          </a:p>
          <a:p/>
          <a:p>
            <a:r>
              <a:t>**(화면 공유해 실제로 시연)** 제가 먼저 두 가지 경우를 비교해서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[(선택 심화) Docker Hub push]</a:t>
            </a:r>
          </a:p>
          <a:p/>
          <a:p>
            <a:r>
              <a:t>"여기부터는 선택사항입니다. 완성한 이미지를 Docker Hub에 올려서 다른 사람과 공유해보고 싶은 분들은</a:t>
            </a:r>
          </a:p>
          <a:p>
            <a:r>
              <a:t>해보세요.</a:t>
            </a:r>
          </a:p>
          <a:p/>
          <a:p>
            <a:r>
              <a:t>`docker login`으로 Docker ID와 비밀번호를 입력해 로그인하고, `docker build -t {여러분의dockerhub_id}</a:t>
            </a:r>
          </a:p>
          <a:p>
            <a:r>
              <a:t>/myflask:v1 .`처럼 본인 Docker ID를 이미지 이름 앞에 붙여서 다시 빌드합니다. 그다음 `docker push</a:t>
            </a:r>
          </a:p>
          <a:p>
            <a:r>
              <a:t>{dockerhub_id}/myflask:v1`로 올리면 끝입니다. Docker Hub 웹사이트에 로그인해서 본인 저장소에 이미지가</a:t>
            </a:r>
          </a:p>
          <a:p>
            <a:r>
              <a:t>올라갔는지 확인해보세요.</a:t>
            </a:r>
          </a:p>
          <a:p/>
          <a:p>
            <a:r>
              <a:t>**(부담 낮추기)** 오늘 필수 제출물은 레이어 캐싱 비교 실습까지입니다. Docker Hub push는 여유가 되는</a:t>
            </a:r>
          </a:p>
          <a:p>
            <a:r>
              <a:t>분만 해보시면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**자주 안 바뀌는 걸 위에, 자주 바뀌는 걸 아래에 두면 빌드가 빨라진다**.</a:t>
            </a:r>
          </a:p>
          <a:p>
            <a:r>
              <a:t>둘째, **.dockerignore로 불필요한 파일을 이미지에서 제외한다**."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주 예고]</a:t>
            </a:r>
          </a:p>
          <a:p/>
          <a:p>
            <a:r>
              <a:t>"3주차 수고 많으셨습니다. Docker 편은 여기서 마무리하고, 다음 4주차부터는 완전히 새로운 주제,</a:t>
            </a:r>
          </a:p>
          <a:p>
            <a:r>
              <a:t>**Kubernetes**를 시작합니다. 지금까지는 컨테이너 하나하나를 직접 다뤘다면, 다음 주부터는 여러</a:t>
            </a:r>
          </a:p>
          <a:p>
            <a:r>
              <a:t>컨테이너를 자동으로 관리해주는 오케스트레이션 도구를 배우게 됩니다.</a:t>
            </a:r>
          </a:p>
          <a:p/>
          <a:p>
            <a:r>
              <a:t>오늘 수업은 여기까지입니다. Killercoda 실습 완료해서 제출해주시고, 궁금한 점은 LMS Q&amp;A 게시판에</a:t>
            </a:r>
          </a:p>
          <a:p>
            <a:r>
              <a:t>남겨주세요."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[Docker 단원(1~3주차)을 마치며]</a:t>
            </a:r>
          </a:p>
          <a:p/>
          <a:p>
            <a:r>
              <a:t>"(화면의 '수고하셨습니다!' 문구를 보며 짧게 마무리합니다.)</a:t>
            </a:r>
          </a:p>
          <a:p/>
          <a:p>
            <a:r>
              <a:t>1주차부터 오늘까지, Docker 단원 수고 많으셨습니다! 컨테이너의 기본 개념부터 나만의 이미지를 만들고</a:t>
            </a:r>
          </a:p>
          <a:p>
            <a:r>
              <a:t>최적화하는 것까지, Docker의 A to Z를 직접 손으로 익히셨습니다. 다음 주부터는 이 컨테이너들을</a:t>
            </a:r>
          </a:p>
          <a:p>
            <a:r>
              <a:t>자동으로 관리해주는 Kubernetes가 시작됩니다."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"docker push가 권한 오류로 안 돼요" | 이미지 이름이 본인 Docker ID로 시작하는지 확인하게 하세요(예: kimcloud/myflask). 다른 사람 이름으로는 push할 권한이 없습니다. |</a:t>
            </a:r>
          </a:p>
          <a:p>
            <a:r>
              <a:t>| "캐시가 항상 좋은 건가요?" | 대부분 좋지만, 가끔 예전 캐시 때문에 최신 코드가 안 반영되는 것처럼 보일 때가 있습니다. 그럴 땐 docker build --no-cache로 캐시를 무시하고 처음부터 다시 빌드할 수 있다고 알려주세요(참고 정보로만 언급). |</a:t>
            </a:r>
          </a:p>
          <a:p>
            <a:r>
              <a:t>| "이미지 용량을 얼마나 줄일 수 있나요?" | 오늘 배운 정도로는 큰 차이는 아니지만, 실무에서는 alpine 같은 경량 베이스 이미지 사용, 멀티스테이지 빌드 등을 함께 쓰면 수십 배까지 줄이기도 합니다. 이 과목에서는 다루지 않는 심화 주제이니 관심 있으면 스스로 찾아보도록 안내하세요.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3주차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이미지 최적화와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Hub 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레이어 캐싱 · .dockerignore · (선택) 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레이어 캐싱 원리를 이해하고 Dockerfile 순서를 최적화한다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.dockerignore로 불필요한 파일을 빌드에서 제외한다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(선택) 완성한 이미지를 Docker Hub에 올려본다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최적화 전후 빌드 속도 비교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(선택) Docker Hub push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3차시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레이어 캐싱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Dockerfile 순서가 빌드 속도를 좌우한다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레이어 캐싱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레이어는 순서대로 재사용된다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Dockerfile의 각 줄은 하나의 '레이어'가 되어 저장됨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다시 빌드할 때, 바뀌지 않은 앞부분 레이어는 재사용(캐시)하고 넘어감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그런데 중간에 바뀐 줄이 있으면, 그 아래 레이어는 전부 다시 만들어야 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⚡  그래서 순서가 중요하다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자주 안 바뀌는 것(RUN pip install)은 위에, 자주 바뀌는 것(COPY app.py)은 아래에 배치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레이어 캐싱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나쁜 순서 vs 좋은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377440" cy="6400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4206240" cy="64008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COPY 먼저 (나쁨)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37360"/>
            <a:ext cx="4206240" cy="6400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RUN 먼저 (좋음)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77439"/>
            <a:ext cx="23774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77439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코드 한 줄만 수정 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77439"/>
            <a:ext cx="42062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377439"/>
            <a:ext cx="39867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설치까지 처음부터 다시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77439"/>
            <a:ext cx="42062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377439"/>
            <a:ext cx="39867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설치는 캐시 재사용, COPY부터만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017520"/>
            <a:ext cx="23774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017520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체감 빌드 시간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01752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017520"/>
            <a:ext cx="39867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매번 느림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01752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3017520"/>
            <a:ext cx="39867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코드만 바뀌면 훨씬 빠름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3차시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06 / 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.dockerignore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불필요한 파일은 애초에 제외하기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.dockerignore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.dockerignore란?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.gitignore와 비슷하게, 빌드 시 이미지에 포함하지 않을 파일·폴더를 지정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예: __pycache__/, .git/, *.log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불필요한 파일이 빠지면 이미지 용량이 줄고 빌드도 빨라짐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COPY . . 처럼 폴더 전체를 복사할 때 특히 중요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— 최적화 전후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RUN pip install을 COPY app.py . 아래로 옮긴 '나쁜' Dockerfile로 빌드 → 시간 기록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app.py 내용만 한 줄 수정 후 다시 빌드 → 처음부터 다시 걸리는 시간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RUN을 COPY보다 위로 옮긴 '좋은' Dockerfile로 교체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다시 app.py 수정 후 빌드 → 캐시 덕분에 훨씬 빨라진 것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(선택 심화) Docker Hub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login  — Docker ID·비밀번호로 로그인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build -t {dockerhub_id}/myflask:v1 .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push {dockerhub_id}/myflask:v1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Hub 웹사이트에서 본인 저장소에 이미지가 올라갔는지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3주차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자주 안 바뀌는 명령어를 위에, 자주 바뀌는 걸 아래에 두면 빌드가 빨라진다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.dockerignore로 불필요한 파일을 이미지에서 제외한다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4주차 — Kubernetes 아키텍처 및 Pod/Deployment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지금까지는 컨테이너 하나하나를 직접 다뤘습니다. 다음 주부터는 여러 컨테이너를 자동으로 관리해주는 Kubernetes를 배웁니다.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7889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3주차를 마치며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수고하셨습니다!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Dockerfile로 나만의 이미지를 직접 만들고 배포까지 해보며 Docker 단원을 완주하셨습니다. 다음 주부터는 Kubernetes가 시작됩니다.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