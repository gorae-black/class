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1차시를 시작하겠습니다.</a:t>
            </a:r>
          </a:p>
          <a:p/>
          <a:p>
            <a:r>
              <a:t>지금까지 2주 동안 우리는 nginx처럼 다른 사람이 이미 만들어 둔 이미지만 가져다 썼습니다. 오늘부터는</a:t>
            </a:r>
          </a:p>
          <a:p>
            <a:r>
              <a:t>드디어 **여러분만의 이미지를 직접 만드는 방법**, Dockerfile을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Dockerfile이 무엇이고 왜 필요한지 설명하고,</a:t>
            </a:r>
          </a:p>
          <a:p>
            <a:r>
              <a:t>둘째, FROM·WORKDIR·COPY·RUN·EXPOSE·CMD 같은 핵심 명령어를 이해하고,</a:t>
            </a:r>
          </a:p>
          <a:p>
            <a:r>
              <a:t>셋째 — 오늘 직접 해볼 건데 — docker build로 Dockerfile을 실제 이미지로 만들어봅니다."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안내, 5분 제출 순서입니다."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Dockerfile이란?]</a:t>
            </a:r>
          </a:p>
          <a:p/>
          <a:p>
            <a:r>
              <a:t>"자, Dockerfile이 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[지금까지와 오늘의 차이]</a:t>
            </a:r>
          </a:p>
          <a:p/>
          <a:p>
            <a:r>
              <a:t>"지금까지는 `docker run nginx`처럼, 이미 완성된 이미지를 가져다 썼습니다. 그런데 여러분이 직접 만든</a:t>
            </a:r>
          </a:p>
          <a:p>
            <a:r>
              <a:t>앱은 세상에 그런 이미지가 없겠죠?</a:t>
            </a:r>
          </a:p>
          <a:p/>
          <a:p>
            <a:r>
              <a:t>Dockerfile은 **'이런 순서로 이미지를 만들어라'라고 적어두는 설계도, 일종의 레시피**입니다. 이 레시피를</a:t>
            </a:r>
          </a:p>
          <a:p>
            <a:r>
              <a:t>`docker build` 명령으로 실제 이미지로 바꾸는 거예요.</a:t>
            </a:r>
          </a:p>
          <a:p/>
          <a:p>
            <a:r>
              <a:t>**(기대감 조성)** 오늘부터는 여러분만의 앱을 담은, 세상에 하나뿐인 이미지를 직접 만들게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[주요 명령어 한눈에 보기]</a:t>
            </a:r>
          </a:p>
          <a:p/>
          <a:p>
            <a:r>
              <a:t>"Dockerfile에서 자주 쓰는 명령어 여섯 개를 정리했습니다.</a:t>
            </a:r>
          </a:p>
          <a:p/>
          <a:p>
            <a:r>
              <a:t>`FROM`은 어떤 이미지를 기반으로 시작할지 정합니다. 예를 들어 파이썬 앱이면 `python:3.11-slim`처럼요.</a:t>
            </a:r>
          </a:p>
          <a:p>
            <a:r>
              <a:t>`WORKDIR`는 컨테이너 안에서 작업할 폴더를 지정하고, `COPY`는 내 컴퓨터의 파일을 이미지 안으로 복사합니다.</a:t>
            </a:r>
          </a:p>
          <a:p>
            <a:r>
              <a:t>`RUN`은 이미지를 만드는 동안 한 번 실행할 명령어(예: 패키지 설치)이고, `EXPOSE`는 이 컨테이너가 어떤</a:t>
            </a:r>
          </a:p>
          <a:p>
            <a:r>
              <a:t>포트를 쓰는지 알려주는 문서 역할이에요. 마지막 `CMD`는 컨테이너가 시작될 때 실행할 명령어입니다."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 build 과정]</a:t>
            </a:r>
          </a:p>
          <a:p/>
          <a:p>
            <a:r>
              <a:t>"이 명령어들이 실제로 어떻게 이미지가 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[Dockerfile이 이미지가 되기까지]</a:t>
            </a:r>
          </a:p>
          <a:p/>
          <a:p>
            <a:r>
              <a:t>"`docker build -t {이름}:{태그} .` 명령을 실행하면, Docker는 Dockerfile을 한 줄씩 순서대로 실행하면서</a:t>
            </a:r>
          </a:p>
          <a:p>
            <a:r>
              <a:t>**레이어**를 하나씩 쌓습니다.</a:t>
            </a:r>
          </a:p>
          <a:p/>
          <a:p>
            <a:r>
              <a:t>화면의 그림을 보시면 FROM으로 기반 이미지를 가져오고, WORKDIR로 폴더를 정하고, COPY로 파일을 넣고,</a:t>
            </a:r>
          </a:p>
          <a:p>
            <a:r>
              <a:t>RUN으로 패키지를 설치하고, 마지막 CMD까지 오면 완성된 이미지가 됩니다. 이 레이어 개념은 3차시에서</a:t>
            </a:r>
          </a:p>
          <a:p>
            <a:r>
              <a:t>'이미지 최적화'를 배울 때 다시 나오니 지금은 '순서대로 쌓인다'는 것만 기억해두세요."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빈칸 Dockerfile 완성]</a:t>
            </a:r>
          </a:p>
          <a:p/>
          <a:p>
            <a:r>
              <a:t>"자, 직접 해보겠습니다. Node.js 앱이 포함된 실습 환경이 준비되어 있는데, Dockerfile의 일부가 빈칸으로</a:t>
            </a:r>
          </a:p>
          <a:p>
            <a:r>
              <a:t>되어 있습니다. FROM, COPY, RUN, CMD 부분을 채워서 완성해보세요.</a:t>
            </a:r>
          </a:p>
          <a:p/>
          <a:p>
            <a:r>
              <a:t>완성되면 `docker build -t mynode:v1 .`으로 빌드하고, `docker run`으로 실행해서 정상 동작하는지</a:t>
            </a:r>
          </a:p>
          <a:p>
            <a:r>
              <a:t>확인하세요.</a:t>
            </a:r>
          </a:p>
          <a:p/>
          <a:p>
            <a:r>
              <a:t>**(화면 공유해 실제로 시연)** 제가 먼저 빈칸을 채우는 걸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 및 준비]</a:t>
            </a:r>
          </a:p>
          <a:p/>
          <a:p>
            <a:r>
              <a:t>"**(반드시 공지)** 다음 2차시부터는 여러분이 직접 만든 Python Flask 앱을 Dockerfile로 빌드합니다.</a:t>
            </a:r>
          </a:p>
          <a:p>
            <a:r>
              <a:t>그리고 이걸 GitHub와 Docker Hub에 올려보는 실습도 함께합니다.</a:t>
            </a:r>
          </a:p>
          <a:p/>
          <a:p>
            <a:r>
              <a:t>그러려면 **GitHub 계정과 Docker Hub 계정**이 필요합니다. 아직 계정이 없으신 분은 다음 시간 전까지</a:t>
            </a:r>
          </a:p>
          <a:p>
            <a:r>
              <a:t>미리 가입해두시면 좋고, 가입 방법은 다음 차시 시작할 때 단계별로 화면 공유하면서 안내해드리겠습니다."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**Dockerfile은 이미지를 만드는 레시피**다.</a:t>
            </a:r>
          </a:p>
          <a:p>
            <a:r>
              <a:t>둘째, **docker build로 그 레시피를 실제 이미지로 바꾼다**."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GitHub·Docker Hub 계정을 준비하고, 여러분이 직접 만든 Python Flask 앱을 Dockerfile로</a:t>
            </a:r>
          </a:p>
          <a:p>
            <a:r>
              <a:t>빌드해보겠습니다.</a:t>
            </a:r>
          </a:p>
          <a:p/>
          <a:p>
            <a:r>
              <a:t>오늘 수업은 여기까지입니다. Killercoda 실습 완료해서 제출해주시고, GitHub·Docker Hub 계정 가입도</a:t>
            </a:r>
          </a:p>
          <a:p>
            <a:r>
              <a:t>잊지 말아주세요.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"FROM에 아무 이미지나 써도 되나요?" | 원칙적으로는 가능하지만, 내가 만들 앱과 맞는 기반 이미지를 골라야 합니다(파이썬 앱이면 python 이미지, Node.js 앱이면 node 이미지). Docker Hub에서 공식 이미지를 검색해서 고르는 게 일반적입니다. |</a:t>
            </a:r>
          </a:p>
          <a:p>
            <a:r>
              <a:t>| "COPY와 RUN 순서가 중요한가요?" | 네, 다음 3차시에서 자세히 다루지만 미리 짧게 답하면 — 자주 바뀌는 파일(코드)은 나중에, 잘 안 바뀌는 것(패키지 설치)은 먼저 두면 빌드 속도가 빨라집니다. |</a:t>
            </a:r>
          </a:p>
          <a:p>
            <a:r>
              <a:t>| "GitHub 계정도 꼭 있어야 하나요?" | 네, 3주차부터는 코드를 GitHub에 올리는 것도 실습에 포함됩니다. 아직 없으시면 github.com에서 무료로 가입 가능합니다.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Dockerfile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나만의 이미지를 만드는 레시피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Dockerfile이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FROM·WORKDIR·COPY·RUN·EXPOSE·CMD 명령어를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docker build로 Dockerfile을 이미지로 만들어본다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빈칸 Dockerfile 완성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이미지를 만드는 레시피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지금까지는 nginx처럼 이미 완성된 이미지만 가져다 썼음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Dockerfile은 '이런 순서로 이미지를 만들어라'라고 적어두는 설계도(레시피)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명령으로 이 레시피를 실제 이미지로 변환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여러분만의 앱을 담은, 세상에 하나뿐인 이미지를 직접 만들게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주요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1284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1284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FROM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1284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1284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어떤 이미지를 기반으로 시작할지 지정 (예: python:3.11-slim)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977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77977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WORKDIR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77977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77977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안에서 작업할 디렉토리 지정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4670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4670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4670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4670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 컴퓨터의 파일을 이미지 안으로 복사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1363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1363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RUN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1363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1363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이미지를 만드는 동안 실행할 명령어 (예: 패키지 설치)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48056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48056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EXPOSE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48056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48056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 컨테이너가 사용할 포트 명시(문서 역할)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4748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4748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CMD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4748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4748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컨테이너가 시작될 때 실행할 명령어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→ 이미지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Dockerfile이 이미지가 되기까지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build -t {이름}:{태그} . 명령으로 시작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Dockerfile을 한 줄씩 순서대로 실행하며 '레이어'를 하나씩 쌓음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마지막 레이어까지 쌓이면 하나의 완성된 이미지가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레이어가 쌓이는 순서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FROM python:3.11-slim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WORKDIR /app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COPY app.py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 pip install flask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CMD ["python","app.py"]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빈칸 Dockerfile 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Node.js 앱이 포함된 실습 환경 제공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빈칸으로 되어 있는 Dockerfile의 FROM / COPY / RUN / CMD를 채워 완성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-t mynode:v1 . 로 빌드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run으로 실행 후 정상 동작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다음 차시 예고 및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2차시부터는 직접 나만의 Python Flask 앱을 만들어 이미지로 빌드합니다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 전에 GitHub·Docker Hub 계정이 필요합니다 (없으면 미리 가입 권장)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가입 방법은 다음 차시 도입부에 단계별로 안내합니다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Dockerfile = 이미지를 만드는 레시피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build로 Dockerfile을 실제 이미지로 변환한다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GitHub·Docker Hub 계정을 준비하고, 직접 만든 Python Flask 앱을 Dockerfile로 빌드해봅니다.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