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Dockerfile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나만의 이미지를 만드는 레시피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Dockerfile이 무엇이고 왜 필요한지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FROM·WORKDIR·COPY·RUN·EXPOSE·CMD 명령어를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docker build로 Dockerfile을 이미지로 만들어본다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3주차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빈칸 Dockerfile 완성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이미지를 만드는 레시피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지금까지와 오늘의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지금까지는 nginx처럼 이미 완성된 이미지만 가져다 썼음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Dockerfile은 '이런 순서로 이미지를 만들어라'라고 적어두는 설계도(레시피)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명령으로 이 레시피를 실제 이미지로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오늘부터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여러분만의 앱을 담은, 세상에 하나뿐인 이미지를 직접 만들게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주요 명령어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1284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FROM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12848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어떤 이미지를 기반으로 시작할지 지정 (예: python:3.11-slim)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7977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7977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WORKDIR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779776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779776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안에서 작업할 디렉토리 지정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4670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4670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46704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346704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 컴퓨터의 파일을 이미지 안으로 복사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1363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136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913632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913632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이미지를 만드는 동안 실행할 명령어 (예: 패키지 설치)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48056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8056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EXPOSE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480560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480560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이 컨테이너가 사용할 포트 명시(문서 역할)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4748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4748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4748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504748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컨테이너가 시작될 때 실행할 명령어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 build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Dockerfile → 이미지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docker build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Dockerfile이 이미지가 되기까지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build -t {이름}:{태그} . 명령으로 시작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Dockerfile을 한 줄씩 순서대로 실행하며 '레이어'를 하나씩 쌓음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마지막 레이어까지 쌓이면 하나의 완성된 이미지가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레이어가 쌓이는 순서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FROM python:3.11-slim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WORKDIR /app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COPY app.py 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RUN pip install 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CMD ["python","app.py"]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빈칸 Dockerfile 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Node.js 앱이 포함된 실습 환경 제공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빈칸으로 되어 있는 Dockerfile의 FROM / COPY / RUN / CMD를 채워 완성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-t mynode:v1 . 로 빌드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run으로 실행 후 정상 동작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다음 차시 예고 및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2차시부터는 직접 나만의 Python Flask 앱을 만들어 이미지로 빌드합니다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2차시 전에 GitHub·Docker Hub 계정이 필요합니다 (없으면 미리 가입 권장)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가입 방법은 다음 차시 도입부에 단계별로 안내합니다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Dockerfile = 이미지를 만드는 레시피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build로 Dockerfile을 실제 이미지로 변환한다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GitHub·Docker Hub 계정을 준비하고, 직접 만든 Python Flask 앱을 Dockerfile로 빌드해봅니다.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