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"3주차 2차시를 시작하겠습니다.</a:t>
            </a:r>
          </a:p>
          <a:p/>
          <a:p>
            <a:r>
              <a:t>지난 시간에 Dockerfile 문법을 배웠죠. 오늘은 그걸 실제로 써먹어 볼 건데, 그전에 먼저 GitHub와 Docker</a:t>
            </a:r>
          </a:p>
          <a:p>
            <a:r>
              <a:t>Hub 계정을 준비하겠습니다. 그다음 여러분이 직접 작성한 Python Flask 앱을 Dockerfile로 빌드해봅니다."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GitHub와 Docker Hub 계정을 준비하고,</a:t>
            </a:r>
          </a:p>
          <a:p>
            <a:r>
              <a:t>둘째, 아주 간단한 Python Flask 앱을 작성하고,</a:t>
            </a:r>
          </a:p>
          <a:p>
            <a:r>
              <a:t>셋째, 그 앱을 Dockerfile로 빌드해서 이미지로 만듭니다."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"오늘은 계정 준비 시간이 포함되어 있어서, 개념 설명 25분 안에 계정 가입 안내와 Flask·Dockerfile</a:t>
            </a:r>
          </a:p>
          <a:p>
            <a:r>
              <a:t>설명을 함께 진행합니다. 그다음 15분 Killercoda 실습, 5분 VM 안내, 5분 제출은 평소와 같습니다."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0 섹션 표지 — 계정 준비]</a:t>
            </a:r>
          </a:p>
          <a:p/>
          <a:p>
            <a:r>
              <a:t>"자, 먼저 계정부터 준비하겠습니다. 이미 계정이 있으신 분들은 이 부분은 확인만 하고 넘어가시면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[GitHub 가입]</a:t>
            </a:r>
          </a:p>
          <a:p/>
          <a:p>
            <a:r>
              <a:t>"GitHub는 코드를 저장하고 관리하는 서비스입니다. 이미 계정이 있으면 건너뛰어도 됩니다.</a:t>
            </a:r>
          </a:p>
          <a:p/>
          <a:p>
            <a:r>
              <a:t>**(화면 공유해서 실제로 시연)** github.com에 접속해서 Sign up을 누르고, 이메일·비밀번호·사용자명을</a:t>
            </a:r>
          </a:p>
          <a:p>
            <a:r>
              <a:t>입력해서 계정을 만드세요. 이메일 인증까지 끝내신 다음, 로그인 상태에서 우측 상단 '+' 버튼을 눌러</a:t>
            </a:r>
          </a:p>
          <a:p>
            <a:r>
              <a:t>New repository로 저장소를 하나 만들어주세요. 이름은 예를 들어 `cloud-lab`처럼 자유롭게 지으시면</a:t>
            </a:r>
          </a:p>
          <a:p>
            <a:r>
              <a:t>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[Docker Hub 가입]</a:t>
            </a:r>
          </a:p>
          <a:p/>
          <a:p>
            <a:r>
              <a:t>"Docker Hub는 우리가 만든 이미지를 저장하고 공유하는 저장소입니다.</a:t>
            </a:r>
          </a:p>
          <a:p/>
          <a:p>
            <a:r>
              <a:t>**(화면 공유해서 실제로 시연)** hub.docker.com에 접속해서 Sign Up을 누르고, 이메일·비밀번호·Docker</a:t>
            </a:r>
          </a:p>
          <a:p>
            <a:r>
              <a:t>ID(사용자명)를 입력해서 계정을 만드세요. **이 Docker ID를 꼭 기억해두세요** — 오늘 실습에서</a:t>
            </a:r>
          </a:p>
          <a:p>
            <a:r>
              <a:t>`{dockerhub_id}` 자리에 이걸 넣게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Flask 앱 만들기]</a:t>
            </a:r>
          </a:p>
          <a:p/>
          <a:p>
            <a:r>
              <a:t>"계정 준비가 끝났으면, 이제 진짜 실습입니다."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[app.py — 최소한의 웹 서버]</a:t>
            </a:r>
          </a:p>
          <a:p/>
          <a:p>
            <a:r>
              <a:t>"Flask는 파이썬으로 웹 서버를 아주 간단하게 만들 수 있게 해주는 라이브러리입니다.</a:t>
            </a:r>
          </a:p>
          <a:p/>
          <a:p>
            <a:r>
              <a:t>오늘 만들 앱은 딱 다섯 줄입니다. `/`라는 주소로 접속하면 'Hello, Cloud!'라는 문자열 하나를 응답하는</a:t>
            </a:r>
          </a:p>
          <a:p>
            <a:r>
              <a:t>게 전부예요.</a:t>
            </a:r>
          </a:p>
          <a:p/>
          <a:p>
            <a:r>
              <a:t>**(부담 낮추기)** 이 코드를 외울 필요는 전혀 없습니다. 오늘 목표는 파이썬 문법을 익히는 게 아니라,</a:t>
            </a:r>
          </a:p>
          <a:p>
            <a:r>
              <a:t>'내가 만든 앱을 Dockerfile로 이미지화하는 전체 흐름'을 경험하는 것입니다."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[Dockerfile 작성]</a:t>
            </a:r>
          </a:p>
          <a:p/>
          <a:p>
            <a:r>
              <a:t>"지난 시간에 배운 명령어들을 이 앱에 그대로 적용해보겠습니다.</a:t>
            </a:r>
          </a:p>
          <a:p/>
          <a:p>
            <a:r>
              <a:t>`FROM python:3.11-slim`으로 파이썬이 설치된 기반 이미지를 가져오고, `WORKDIR /app`으로 작업 폴더를</a:t>
            </a:r>
          </a:p>
          <a:p>
            <a:r>
              <a:t>정합니다. `COPY app.py .`로 방금 만든 파일을 이미지 안에 넣고, `RUN pip install flask`로 Flask</a:t>
            </a:r>
          </a:p>
          <a:p>
            <a:r>
              <a:t>라이브러리를 설치합니다. `EXPOSE 5000`으로 5000번 포트를 쓴다고 알려주고, 마지막 `CMD ["python",</a:t>
            </a:r>
          </a:p>
          <a:p>
            <a:r>
              <a:t>"app.py"]`로 컨테이너가 시작될 때 이 앱을 실행하도록 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Flask 앱 빌드]</a:t>
            </a:r>
          </a:p>
          <a:p/>
          <a:p>
            <a:r>
              <a:t>"자, 직접 해보겠습니다.</a:t>
            </a:r>
          </a:p>
          <a:p/>
          <a:p>
            <a:r>
              <a:t>`app.py`와 `Dockerfile`을 각각 작성하고, `docker build -t myflask:v1 .`으로 빌드하세요. 빌드가</a:t>
            </a:r>
          </a:p>
          <a:p>
            <a:r>
              <a:t>끝나면 `docker run -d -p 5000:5000 myflask:v1`로 실행하고, `curl localhost:5000`을 쳐서 'Hello,</a:t>
            </a:r>
          </a:p>
          <a:p>
            <a:r>
              <a:t>Cloud!'가 나오는지 확인하세요.</a:t>
            </a:r>
          </a:p>
          <a:p/>
          <a:p>
            <a:r>
              <a:t>**(화면 공유해 실제로 시연)** 제가 먼저 전체 과정을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과제]</a:t>
            </a:r>
          </a:p>
          <a:p/>
          <a:p>
            <a:r>
              <a:t>"개인 VM에서 동일하게 `app.py`, `Dockerfile`을 작성하고 빌드·실행해서 curl 결과를 확인하세요.</a:t>
            </a:r>
          </a:p>
          <a:p/>
          <a:p>
            <a:r>
              <a:t>그다음 이 두 파일을 아까 만든 GitHub 저장소(`cloud-lab`)에 `git add`, `git commit`, `git push`로</a:t>
            </a:r>
          </a:p>
          <a:p>
            <a:r>
              <a:t>올려주세요. Git 명령어가 익숙하지 않은 분들을 위해 06_로컬VM_과제복습 폴더에 단계별 가이드를</a:t>
            </a:r>
          </a:p>
          <a:p>
            <a:r>
              <a:t>올려두었습니다.</a:t>
            </a:r>
          </a:p>
          <a:p/>
          <a:p>
            <a:r>
              <a:t>**(범위 명확화)** 오늘 필수 제출물은 여기까지입니다 — 로컬에서 빌드하고 실행해서 확인한 결과와 GitHub</a:t>
            </a:r>
          </a:p>
          <a:p>
            <a:r>
              <a:t>링크만 제출하시면 됩니다. Docker Hub에 이미지를 올리는 건 다음 3차시의 선택 심화 과제이니, 오늘은</a:t>
            </a:r>
          </a:p>
          <a:p>
            <a:r>
              <a:t>부담 갖지 않으셔도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**GitHub·Docker Hub 계정을 준비했다**.</a:t>
            </a:r>
          </a:p>
          <a:p>
            <a:r>
              <a:t>둘째, **나만의 Flask 앱을 Dockerfile로 빌드해 이미지로 만들었다**."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3차시에서는 오늘 만든 이미지를 더 작고 빠르게 만드는 '최적화' 방법을 배우고, 원하는 분들은 오늘</a:t>
            </a:r>
          </a:p>
          <a:p>
            <a:r>
              <a:t>만든 이미지를 Docker Hub에 직접 올려보는 선택 심화 실습도 해보겠습니다.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"계정 가입이 잘 안 돼요" | 이메일 인증 메일이 스팸함에 들어가는 경우가 많으니 먼저 확인하게 하고, 그래도 안 되면 수업 후 개별적으로 확인하거나 다음 시간 전까지 완료하도록 안내하세요. 계정 문제로 오늘 실습 전체가 막히지 않도록, 계정 없이도 로컬 빌드까지는 진행 가능하다는 점을 알려주세요. |</a:t>
            </a:r>
          </a:p>
          <a:p>
            <a:r>
              <a:t>| "git push가 안 돼요 (인증 오류)" | GitHub는 2021년부터 비밀번호 대신 Personal Access Token(PAT) 또는 SSH 키를 요구합니다. 06_로컬VM_과제복습 자료에 PAT 발급·사용법을 안내해두었다고 알려주세요. |</a:t>
            </a:r>
          </a:p>
          <a:p>
            <a:r>
              <a:t>| "Flask 문법을 더 배워야 하나요?" | 아니요, 이 과목은 인프라 자동화가 목표이므로 Flask 코드 자체는 제공된 예제를 그대로 쓰면 됩니다. 코드를 응용하고 싶은 학생에게는 선택 심화로 안내하되 필수는 아님을 분명히 하세요.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계정 준비와 나만의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Flask 앱 이미지 빌드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GitHub · Docker Hub 가입 → Dockerfile 작성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GitHub·Docker Hub 계정을 준비한다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간단한 Python Flask 앱을 작성한다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그 앱을 Dockerfile로 빌드해 이미지로 만든다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계정 준비+Flask·Dockerfile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Flask 앱 빌드 실습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 실습 안내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계정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GitHub · Docker Hub 단계별 가입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0 · 계정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GitHub 가입 (이미 있으면 건너뛰기)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① github.com 접속 → Sign up 클릭</a:t>
            </a:r>
          </a:p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② 이메일·비밀번호·사용자명 입력 후 계정 생성</a:t>
            </a:r>
          </a:p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③ 이메일 인증 완료</a:t>
            </a:r>
          </a:p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④ 로그인 후 우측 상단 '+' → New repository 로 저장소 하나 생성(예: cloud-lab)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0 · 계정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Docker Hub 가입 (이미 있으면 건너뛰기)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① hub.docker.com 접속 → Sign Up 클릭</a:t>
            </a:r>
          </a:p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② 이메일·비밀번호·Docker ID(사용자명) 입력 후 계정 생성</a:t>
            </a:r>
          </a:p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③ 이메일 인증 완료</a:t>
            </a:r>
          </a:p>
          <a:p>
            <a:pPr>
              <a:lnSpc>
                <a:spcPct val="1495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④ Docker ID를 꼭 기억해두기 (오늘 실습에서 {dockerhub_id}로 사용)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Flask 앱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5줄짜리 최소 웹 서버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Flask 앱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app.py — 최소한의 웹 서버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Flask는 파이썬으로 웹 서버를 아주 간단하게 만들 수 있는 라이브러리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"/" 경로로 접속하면 문자열 하나를 응답하는 게 전부인 최소 예제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코드를 외울 필요 없음 — 그대로 복사해서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Flask 앱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Dockerfile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FROM python:3.11-slim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WORKDIR /app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COPY app.py .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RUN pip install flask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EXPOSE 5000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CMD ["python", "app.py"]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Flask 앱 빌드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app.py, Dockerfile 두 파일 작성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docker build -t myflask:v1 .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docker run -d -p 5000:5000 myflask:v1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curl localhost:5000  →  "Hello, Cloud!"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개인 VM에서 동일하게 app.py, Dockerfile 작성 후 빌드·실행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curl 결과 캡처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GitHub 저장소(cloud-lab)에 app.py·Dockerfile push (git add/commit/push)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LMS 과제 게시판에 GitHub 링크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GitHub·Docker Hub 계정 준비 완료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나만의 Flask 앱을 Dockerfile로 빌드해 이미지로 만들었다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3주차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만든 이미지를 더 작고 빠르게 최적화하는 방법을 배우고, (선택) Docker Hub에 직접 올려봅니다.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