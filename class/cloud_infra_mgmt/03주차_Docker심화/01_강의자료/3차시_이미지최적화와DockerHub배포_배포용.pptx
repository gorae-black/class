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이미지 최적화와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Hub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레이어 캐싱 · .dockerignore · (선택) push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레이어 캐싱 원리를 이해하고 Dockerfile 순서를 최적화한다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.dockerignore로 불필요한 파일을 빌드에서 제외한다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(선택) 완성한 이미지를 Docker Hub에 올려본다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3주차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최적화 전후 빌드 속도 비교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(선택) Docker Hub push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Dockerfile 순서가 빌드 속도를 좌우한다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레이어는 순서대로 재사용된다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Dockerfile의 각 줄은 하나의 '레이어'가 되어 저장됨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다시 빌드할 때, 바뀌지 않은 앞부분 레이어는 재사용(캐시)하고 넘어감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그런데 중간에 바뀐 줄이 있으면, 그 아래 레이어는 전부 다시 만들어야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⚡  그래서 순서가 중요하다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자주 안 바뀌는 것(RUN pip install)은 위에, 자주 바뀌는 것(COPY app.py)은 아래에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나쁜 순서 vs 좋은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400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4008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COPY 먼저 (나쁨)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RUN 먼저 (좋음)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77439"/>
            <a:ext cx="23774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77439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코드 한 줄만 수정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77439"/>
            <a:ext cx="4206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77439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설치까지 처음부터 다시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77439"/>
            <a:ext cx="4206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77439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설치는 캐시 재사용, COPY부터만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1752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체감 빌드 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01752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017520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매번 느림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01752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3017520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코드만 바뀌면 훨씬 빠름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불필요한 파일은 애초에 제외하기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.dockerignore란?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.gitignore와 비슷하게, 빌드 시 이미지에 포함하지 않을 파일·폴더를 지정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__pycache__/, .git/, *.log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불필요한 파일이 빠지면 이미지 용량이 줄고 빌드도 빨라짐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COPY . . 처럼 폴더 전체를 복사할 때 특히 중요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최적화 전후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RUN pip install을 COPY app.py . 아래로 옮긴 '나쁜' Dockerfile로 빌드 → 시간 기록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 내용만 한 줄 수정 후 다시 빌드 → 처음부터 다시 걸리는 시간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RUN을 COPY보다 위로 옮긴 '좋은' Dockerfile로 교체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다시 app.py 수정 후 빌드 → 캐시 덕분에 훨씬 빨라진 것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(선택 심화) Docker Hub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login  — Docker ID·비밀번호로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-t {dockerhub_id}/myflask:v1 .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push {dockerhub_id}/myflask:v1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Hub 웹사이트에서 본인 저장소에 이미지가 올라갔는지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자주 안 바뀌는 명령어를 위에, 자주 바뀌는 걸 아래에 두면 빌드가 빨라진다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.dockerignore로 불필요한 파일을 이미지에서 제외한다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— Kubernetes 아키텍처 및 Pod/Deployment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지금까지는 컨테이너 하나하나를 직접 다뤘습니다. 다음 주부터는 여러 컨테이너를 자동으로 관리해주는 Kubernetes를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