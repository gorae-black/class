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Terraform 설치와 HCL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install → init → plan →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1.  개인 VM에 Terraform을 직접 설치한다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2.  HCL의 기본 문법 구조(provider·resource)를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3.  init/plan/apply로 실제 Docker 컨테이너를 코드로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HCL 문법 빈칸 채우기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설치+배포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공식 HashiCorp 저장소로 설치한다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apt 저장소 등록 후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HashiCorp 공식 GPG 키 등록 → apt 저장소 목록에 추가 → apt install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wget -O- https://apt.releases.hashicorp.com/gpg | sudo gpg --dearmor -o /usr/share/keyrings/hashicorp-archive-keyring.gpg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sudo apt-get update &amp;&amp; sudo apt-get install -y terraform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-version 으로 설치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선언형 언어로 인프라를 기술한다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HCL 코드의 두 가지 핵심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provider — 어떤 인프라(Docker, AWS 등)를 다룰지 선언하는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 — 실제로 만들고 싶은 대상(컨테이너, 서버 등)을 선언하는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resource는 "타입" "이름" { 속성들 } 형태로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HCL 기본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provider "docker" {}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resource "docker_container" "web"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 예시 — Docker 컨테이너 선언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resource "docker_container" "web" {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name  = "tf-nginx"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image = "nginx:latest"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ports { internal = 80; external = 8080 }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→ 이 코드가 실행되면 nginx 컨테이너 하나가 8080 포트로 생성됨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init → plan → apply 실전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main.tf에 명시된 docker Provider를 다운로드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plan — "docker_container.web을 새로 만들 예정"이라는 견적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-auto-approve — 실제로 컨테이너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로 tf-nginx 컨테이너가 떠 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HCL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뼈대만 있는 main.tf에서 provider·resource 블록의 빈칸을 채워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→ plan → apply로 실행 결과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완성한 코드가 어떤 리소스를 만드는지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설치 + Docker Provider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Terraform 설치 명령어 그대로 실행 (04_템플릿코드에 스크립트 제공)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main.tf 작성(docker_container 리소스) 후 init → plan → apply -auto-approve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ps로 tf-nginx 컨테이너 확인 화면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컨테이너를 지금 지우지 마세요 — 다음 3차시에 destroy 실습으로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Terraform은 HashiCorp 공식 apt 저장소로 설치한다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HCL은 provider(무엇을 다룰지)와 resource(무엇을 만들지) 블록으로 인프라를 선언한다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init → plan → apply 순서로 코드를 실제 인프라로 만든다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컨테이너를 destroy로 제거하고, Terraform이 인프라 상태를 어떻게 기억하는지(State 파일)를 살펴봅니다.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