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"중간고사 수고 많으셨습니다. 오늘부터 9주차, 새로운 단원을 시작합니다.</a:t>
            </a:r>
          </a:p>
          <a:p/>
          <a:p>
            <a:r>
              <a:t>지금까지 우리는 `docker run`, `kubectl apply` 같은 명령어를 터미널에 직접 입력해서 인프라를</a:t>
            </a:r>
          </a:p>
          <a:p>
            <a:r>
              <a:t>만들었습니다. 오늘부터는 이 인프라를 **코드로 선언**하고, 그 코드로 관리하는 방법, Terraform을</a:t>
            </a:r>
          </a:p>
          <a:p>
            <a:r>
              <a:t>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왜 인프라를 코드로 관리해야 하는지(IaC) 이해하고,</a:t>
            </a:r>
          </a:p>
          <a:p>
            <a:r>
              <a:t>둘째, Terraform의 기본 아키텍처(HCL·Provider)를 이해하고,</a:t>
            </a:r>
          </a:p>
          <a:p>
            <a:r>
              <a:t>셋째, Terraform 핵심 명령어의 역할을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다만 오늘은 아직 VM에 아무것도</a:t>
            </a:r>
          </a:p>
          <a:p>
            <a:r>
              <a:t>설치하지 않으니, VM 안내 시간에는 다음 차시 예고만 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인프라를 코드로 관리하는가]</a:t>
            </a:r>
          </a:p>
          <a:p/>
          <a:p>
            <a:r>
              <a:t>"먼저 지금까지의 방식을 한번 되돌아보겠습니다."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[지금까지 우리는 손으로 인프라를 만들었다]</a:t>
            </a:r>
          </a:p>
          <a:p/>
          <a:p>
            <a:r>
              <a:t>"1주차부터 지금까지, `docker run`이든 `kubectl apply`든 전부 터미널에 명령어를 **손으로** 입력해서</a:t>
            </a:r>
          </a:p>
          <a:p>
            <a:r>
              <a:t>인프라를 만들었습니다.</a:t>
            </a:r>
          </a:p>
          <a:p/>
          <a:p>
            <a:r>
              <a:t>**(문제 제기)** 그런데 서버가 1대일 땐 괜찮지만, 만약 10대, 100대를 똑같이 구성해야 한다면</a:t>
            </a:r>
          </a:p>
          <a:p>
            <a:r>
              <a:t>어떨까요? 같은 명령어를 몇 번이나 반복해서 입력해야 할까요? 게다가 사람이 실행하다 보면 실수나</a:t>
            </a:r>
          </a:p>
          <a:p>
            <a:r>
              <a:t>누락이 생기고, 나중에 '이 인프라를 어떻게 만들었더라?' 기록도 잘 안 남습니다.</a:t>
            </a:r>
          </a:p>
          <a:p/>
          <a:p>
            <a:r>
              <a:t>**(해결책 제시)** 이 문제를 해결하는 방법이 **IaC**, Infrastructure as Code입니다. 인프라를 코드로</a:t>
            </a:r>
          </a:p>
          <a:p>
            <a:r>
              <a:t>선언하고, 그 코드를 실행해서 생성·변경·삭제하는 방식이에요."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[IaC가 주는 이점]</a:t>
            </a:r>
          </a:p>
          <a:p/>
          <a:p>
            <a:r>
              <a:t>"IaC가 주는 이점을 네 가지로 정리하면 이렇습니다.</a:t>
            </a:r>
          </a:p>
          <a:p/>
          <a:p>
            <a:r>
              <a:t>**재현성** — 같은 코드를 실행하면 언제 어디서든 항상 같은 인프라가 만들어집니다.</a:t>
            </a:r>
          </a:p>
          <a:p>
            <a:r>
              <a:t>**버전 관리** — 인프라 변경 이력을 Git처럼 추적할 수 있습니다.</a:t>
            </a:r>
          </a:p>
          <a:p>
            <a:r>
              <a:t>**자동화** — 대량의 인프라도 코드 한 번 실행으로 구성할 수 있습니다.</a:t>
            </a:r>
          </a:p>
          <a:p>
            <a:r>
              <a:t>**문서화** — 코드 자체가 '지금 인프라가 어떻게 구성되어 있는지'를 보여주는 살아있는 기록이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Terraform 아키텍처]</a:t>
            </a:r>
          </a:p>
          <a:p/>
          <a:p>
            <a:r>
              <a:t>"IaC를 실현하는 대표적인 도구가 오늘 배울 Terraform입니다. 어떻게 동작하는지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[HCL 코드에서 실제 인프라까지]</a:t>
            </a:r>
          </a:p>
          <a:p/>
          <a:p>
            <a:r>
              <a:t>"Terraform의 동작 흐름은 이렇습니다.</a:t>
            </a:r>
          </a:p>
          <a:p/>
          <a:p>
            <a:r>
              <a:t>먼저 **HCL**(HashiCorp Configuration Language)이라는 Terraform 전용 문법으로 '내가 원하는 인프라</a:t>
            </a:r>
          </a:p>
          <a:p>
            <a:r>
              <a:t>상태'를 코드로 작성합니다. 이 코드를 Terraform CLI가 읽고, **Provider**를 통해 실제 인프라의 API를</a:t>
            </a:r>
          </a:p>
          <a:p>
            <a:r>
              <a:t>호출합니다.</a:t>
            </a:r>
          </a:p>
          <a:p/>
          <a:p>
            <a:r>
              <a:t>**(Provider 개념 강조)** 여기서 Provider가 핵심입니다. Provider는 Terraform과 각 인프라(Docker,</a:t>
            </a:r>
          </a:p>
          <a:p>
            <a:r>
              <a:t>AWS, GCP 등) 사이를 연결해주는 플러그인이에요. 같은 HCL 문법을 쓰더라도, 어떤 Provider를 쓰느냐에</a:t>
            </a:r>
          </a:p>
          <a:p>
            <a:r>
              <a:t>따라 Docker 컨테이너를 만들 수도 있고, AWS 서버를 만들 수도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[이번 학기에 쓸 Provider]</a:t>
            </a:r>
          </a:p>
          <a:p/>
          <a:p>
            <a:r>
              <a:t>"이번 학기에는 두 가지 Provider를 씁니다.</a:t>
            </a:r>
          </a:p>
          <a:p/>
          <a:p>
            <a:r>
              <a:t>9주차 오늘부터는 **docker Provider**로, 로컬 VM의 Docker 컨테이너를 코드로 배포·통제해볼 거예요.</a:t>
            </a:r>
          </a:p>
          <a:p>
            <a:r>
              <a:t>10주차에는 **Terraform Cloud와 random Provider**로, 원격 실행과 State 관리를 배웁니다.</a:t>
            </a:r>
          </a:p>
          <a:p/>
          <a:p>
            <a:r>
              <a:t>**(핵심 강조)** 같은 HCL 문법으로 다양한 인프라를 다룰 수 있다는 게 Terraform의 핵심 장점입니다.</a:t>
            </a:r>
          </a:p>
          <a:p>
            <a:r>
              <a:t>오늘 Docker로 배운 문법 구조는, 나중에 여러분이 AWS나 다른 클라우드를 다루게 되더라도 거의 그대로</a:t>
            </a:r>
          </a:p>
          <a:p>
            <a:r>
              <a:t>적용됩니다."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 명령어 4가지 (개념만 먼저)]</a:t>
            </a:r>
          </a:p>
          <a:p/>
          <a:p>
            <a:r>
              <a:t>"오늘은 아직 실습 전이니, 명령어의 '역할'만 개념으로 짚고 가겠습니다. 실제 사용법은 다음 2차시에</a:t>
            </a:r>
          </a:p>
          <a:p>
            <a:r>
              <a:t>직접 손으로 쳐보면서 배울 거예요.</a:t>
            </a:r>
          </a:p>
          <a:p/>
          <a:p>
            <a:r>
              <a:t>`terraform init` — Provider를 다운로드하고 작업 폴더를 초기화합니다.</a:t>
            </a:r>
          </a:p>
          <a:p>
            <a:r>
              <a:t>`terraform plan` — 코드를 실행하면 무엇이 바뀔지 **미리 보여줍니다**(아직 실제로 적용하지 않음).</a:t>
            </a:r>
          </a:p>
          <a:p>
            <a:r>
              <a:t>`terraform apply` — plan에서 본 내용을 실제로 실행해서 인프라를 생성·변경합니다.</a:t>
            </a:r>
          </a:p>
          <a:p>
            <a:r>
              <a:t>`terraform destroy` — 코드로 만든 인프라를 코드로 깔끔하게 제거합니다.</a:t>
            </a:r>
          </a:p>
          <a:p/>
          <a:p>
            <a:r>
              <a:t>**(비유로 설명)** `plan`은 '이렇게 바뀔 예정입니다'라는 견적서라고 생각하면 이해가 쉽습니다. 실제</a:t>
            </a:r>
          </a:p>
          <a:p>
            <a:r>
              <a:t>공사(apply)를 하기 전에 견적서를 먼저 보여주는 거죠."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Terraform CLI 샌드박스 체험]</a:t>
            </a:r>
          </a:p>
          <a:p/>
          <a:p>
            <a:r>
              <a:t>"자, 직접 해보겠습니다. 오늘은 이미 Terraform이 설치되어 있는 Killercoda 환경에서, 로컬 파일을</a:t>
            </a:r>
          </a:p>
          <a:p>
            <a:r>
              <a:t>만드는 간단한 리소스로 감을 잡아볼 거예요.</a:t>
            </a:r>
          </a:p>
          <a:p/>
          <a:p>
            <a:r>
              <a:t>`terraform init` → `terraform plan` → `terraform apply` 순서로 실행하고, 실제로 파일이 생성되는</a:t>
            </a:r>
          </a:p>
          <a:p>
            <a:r>
              <a:t>것을 확인하세요. 그다음 `terraform destroy`로 다시 삭제해보세요.</a:t>
            </a:r>
          </a:p>
          <a:p/>
          <a:p>
            <a:r>
              <a:t>**(핵심 감각 강조)** 오늘 실습의 목표는 복잡한 문법을 외우는 게 아니라, **'코드로 만들고 코드로</a:t>
            </a:r>
          </a:p>
          <a:p>
            <a:r>
              <a:t>지운다'**는 Terraform의 핵심 감각을 먼저 느껴보는 겁니다.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다음 차시 예고]</a:t>
            </a:r>
          </a:p>
          <a:p/>
          <a:p>
            <a:r>
              <a:t>"오늘은 개념 위주였기 때문에, 개인 VM에는 아직 Terraform이 설치되어 있지 않습니다. 별도로 하실</a:t>
            </a:r>
          </a:p>
          <a:p>
            <a:r>
              <a:t>실습은 없습니다.</a:t>
            </a:r>
          </a:p>
          <a:p/>
          <a:p>
            <a:r>
              <a:t>다음 2차시에 VM에 Terraform을 직접 설치하고, 실제 Docker 컨테이너를 코드로 배포해볼 거예요. 미리</a:t>
            </a:r>
          </a:p>
          <a:p>
            <a:r>
              <a:t>HashiCorp 공식 홈페이지에서 Terraform이 무엇인지 한 번 훑어보시면 좋습니다(선택 사항입니다)."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**IaC는 인프라를 코드로 선언하고 그 코드로 생성·변경·삭제하는 방식**이다.</a:t>
            </a:r>
          </a:p>
          <a:p>
            <a:r>
              <a:t>둘째, **Terraform은 HCL 코드를 Provider를 통해 실제 인프라로 만들며, init/plan/apply/destroy로</a:t>
            </a:r>
          </a:p>
          <a:p>
            <a:r>
              <a:t>다룬다**."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개인 VM에 Terraform을 직접 설치하고, HCL 문법을 배워 실제 Docker 컨테이너를</a:t>
            </a:r>
          </a:p>
          <a:p>
            <a:r>
              <a:t>코드로 배포해봅니다.</a:t>
            </a:r>
          </a:p>
          <a:p/>
          <a:p>
            <a:r>
              <a:t>오늘 수업은 여기까지입니다. Killercoda 실습 완료해서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"Terraform이랑 Ansible 같은 도구는 뭐가 다른가요?" | Terraform은 '인프라(서버, 네트워크, 컨테이너 자체)를 만드는' 데 강점이 있고, Ansible 같은 도구는 '이미 만들어진 서버 안에 소프트웨어를 설치·설정하는' 데 강점이 있습니다. 이 과목에서는 Terraform만 다룹니다. |</a:t>
            </a:r>
          </a:p>
          <a:p>
            <a:r>
              <a:t>| "plan 없이 바로 apply하면 안 되나요?" | 가능은 하지만 권장하지 않습니다. plan으로 변경 사항을 미리 확인하지 않으면, 의도치 않은 리소스가 삭제되거나 변경될 위험이 있습니다. 실무에서는 반드시 plan을 먼저 검토하는 습관을 들입니다. |</a:t>
            </a:r>
          </a:p>
          <a:p>
            <a:r>
              <a:t>| "Provider는 누가 만드나요?" | HashiCorp(Terraform 개발사)나 각 클라우드 회사(AWS, GCP 등), 또는 커뮤니티가 만들어 공개 저장소에 배포합니다. `terraform init`을 실행하면 코드에 명시된 Provider를 자동으로 다운로드합니다.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IaC 개념과 Terraform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인프라를 코드로 관리한다는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왜 인프라를 코드로 관리해야 하는지(IaC)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Terraform의 기본 아키텍처(HCL·Provider)를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Terraform 핵심 명령어(init/plan/apply/destroy)의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CLI 샌드박스 체험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차시 설치 예고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인프라를 코드로 관리하는가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지금까지의 방식을 되돌아보며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 우리는 손으로 인프라를 만들었다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run, kubectl apply 등 — 전부 터미널에 명령어를 '손으로' 입력해서 만들었음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서버가 1대일 땐 괜찮지만, 10대·100대라면? 같은 명령어를 몇 번이나 반복해야 할까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사람이 실행하면 실수·누락이 생기고, '어떻게 만들었는지' 기록도 안 남음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IaC(Infrastructure as 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인프라(서버, 네트워크, 컨테이너 등)를 코드로 선언하고, 그 코드로 생성·변경·삭제하는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IaC가 주는 이점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재현성 — 같은 코드를 실행하면 항상 같은 인프라가 만들어짐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버전 관리 — 인프라 변경 이력을 Git처럼 추적 가능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자동화 — 대량의 인프라도 코드 한 번 실행으로 구성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문서화 — 코드 자체가 '지금 인프라가 어떻게 구성되어 있는지'의 기록이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코드가 실제 인프라가 되기까지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 코드에서 실제 인프라까지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HCL(HashiCorp Configuration Language) — Terraform 전용 선언형 문법으로 '원하는 상태'를 기술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CLI가 이 코드를 읽고, Provider를 통해 실제 인프라 API를 호출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Provider = Terraform과 각 인프라(Docker, AWS, GCP 등) 사이를 연결하는 플러그인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Terraform 동작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 코드(.tf 파일)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Provider (예: Docker, AWS)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학기에 쓸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9주차: docker Provider — 로컬 VM의 Docker 컨테이너를 코드로 배포·통제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10주차: Terraform Cloud + random Provider — 원격 실행과 State 관리 학습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같은 HCL 문법으로 다양한 인프라(AWS, GCP, Docker 등)를 다룰 수 있다는 게 Terraform의 핵심 장점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명령어 4가지 (개념만 먼저)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init — Provider 다운로드 및 작업 폴더 초기화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plan — 코드를 실행하면 무엇이 바뀔지 미리 보여줌(실제로 적용 안 함)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apply — plan 내용을 실제로 실행해 인프라를 생성·변경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destroy — 코드로 만든 인프라를 코드로 깔끔하게 제거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Terraform CLI 샌드박스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이미 Terraform이 설치된 Killercoda 환경에서 간단한 로컬 파일(local_file) 리소스 실습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init → terraform plan → terraform apply 순서로 실행해보고 파일이 생성되는 것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destroy로 다시 삭제 — '코드로 만들고 코드로 지운다'는 감각을 먼저 익힘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오늘은 개념 위주였고, 개인 VM에는 아직 Terraform이 설치되어 있지 않습니다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VM 정리(필수): docker ps -a 확인 → docker stop/rm으로 컨테이너 정리 → docker system prune -a --volumes → minikube stop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df -h로 정리 전후 디스크 여유 공간을 비교해보세요 (VM은 기본 2 vCPU·RAM 4GB)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2차시에 VM에 Terraform을 직접 설치하고, 실제 Docker 컨테이너를 코드로 배포해봅니다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미리 HashiCorp 공식 홈페이지에서 Terraform이 무엇인지 한 번 훑어보면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IaC는 인프라를 코드로 선언하고 그 코드로 생성·변경·삭제하는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Terraform은 HCL 코드를 Provider를 통해 실제 인프라로 만들며, init/plan/apply/destroy로 다룬다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VM에 Terraform을 직접 설치하고, HCL 문법을 배워 실제 Docker 컨테이너를 코드로 배포해봅니다.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