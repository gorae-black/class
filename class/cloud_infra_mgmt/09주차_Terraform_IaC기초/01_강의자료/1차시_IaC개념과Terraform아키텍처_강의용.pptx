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9주차 1차시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IaC 개념과 Terraform 아키텍처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인프라를 코드로 관리한다는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9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900" b="0">
                <a:solidFill>
                  <a:srgbClr val="222733"/>
                </a:solidFill>
                <a:latin typeface="맑은 고딕"/>
              </a:rPr>
              <a:t>1.  왜 인프라를 코드로 관리해야 하는지(IaC) 이해한다</a:t>
            </a:r>
          </a:p>
          <a:p>
            <a:pPr>
              <a:lnSpc>
                <a:spcPct val="115000"/>
              </a:lnSpc>
            </a:pPr>
            <a:r>
              <a:rPr sz="19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900" b="0">
                <a:solidFill>
                  <a:srgbClr val="222733"/>
                </a:solidFill>
                <a:latin typeface="맑은 고딕"/>
              </a:rPr>
              <a:t>2.  Terraform의 기본 아키텍처(HCL·Provider)를 이해한다</a:t>
            </a:r>
          </a:p>
          <a:p>
            <a:pPr>
              <a:lnSpc>
                <a:spcPct val="115000"/>
              </a:lnSpc>
            </a:pPr>
            <a:r>
              <a:rPr sz="19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900" b="0">
                <a:solidFill>
                  <a:srgbClr val="222733"/>
                </a:solidFill>
                <a:latin typeface="맑은 고딕"/>
              </a:rPr>
              <a:t>3.  Terraform 핵심 명령어(init/plan/apply/destroy)의 역할을 이해한다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1차시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(60분)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7747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7747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907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① 개념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907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25분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4907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30828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3670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63670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0830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② Killercoda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0830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15분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0830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Terraform CLI 샌드박스 체험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16751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9593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9593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6753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③ VM 안내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753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6753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다음 차시 설치 예고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02675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35516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35516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72676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④ 결과 제출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2676" y="2834640"/>
            <a:ext cx="177393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2676" y="356616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1차시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왜 인프라를 코드로 관리하는가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지금까지의 방식을 되돌아보며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IaC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지금까지 우리는 손으로 인프라를 만들었다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docker run, kubectl apply 등 — 전부 터미널에 명령어를 '손으로' 입력해서 만들었음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서버가 1대일 땐 괜찮지만, 10대·100대라면? 같은 명령어를 몇 번이나 반복해야 할까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사람이 실행하면 실수·누락이 생기고, '어떻게 만들었는지' 기록도 안 남음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💡  IaC(Infrastructure as Code)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인프라(서버, 네트워크, 컨테이너 등)를 코드로 선언하고, 그 코드로 생성·변경·삭제하는 방식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IaC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IaC가 주는 이점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재현성 — 같은 코드를 실행하면 항상 같은 인프라가 만들어짐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버전 관리 — 인프라 변경 이력을 Git처럼 추적 가능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자동화 — 대량의 인프라도 코드 한 번 실행으로 구성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문서화 — 코드 자체가 '지금 인프라가 어떻게 구성되어 있는지'의 기록이 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Terraform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코드가 실제 인프라가 되기까지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Terraform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HCL 코드에서 실제 인프라까지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HCL(HashiCorp Configuration Language) — Terraform 전용 선언형 문법으로 '원하는 상태'를 기술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Terraform CLI가 이 코드를 읽고, Provider를 통해 실제 인프라 API를 호출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Provider = Terraform과 각 인프라(Docker, AWS, GCP 등) 사이를 연결하는 플러그인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Terraform 동작 흐름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HCL 코드(.tf 파일)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Terraform CLI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Provider (예: Docker, AWS)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실제 인프라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1차시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Terraform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이번 학기에 쓸 Provider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9주차: docker Provider — 로컬 VM의 Docker 컨테이너를 코드로 배포·통제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10주차: Terraform Cloud + random Provider — 원격 실행과 State 관리 학습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같은 HCL 문법으로 다양한 인프라(AWS, GCP, Docker 등)를 다룰 수 있다는 게 Terraform의 핵심 장점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Terraform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핵심 명령어 4가지 (개념만 먼저)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terraform init — Provider 다운로드 및 작업 폴더 초기화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terraform plan — 코드를 실행하면 무엇이 바뀔지 미리 보여줌(실제로 적용 안 함)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terraform apply — plan 내용을 실제로 실행해 인프라를 생성·변경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terraform destroy — 코드로 만든 인프라를 코드로 깔끔하게 제거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Terraform CLI 샌드박스 체험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이미 Terraform이 설치된 Killercoda 환경에서 간단한 로컬 파일(local_file) 리소스 실습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terraform init → terraform plan → terraform apply 순서로 실행해보고 파일이 생성되는 것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terraform destroy로 다시 삭제 — '코드로 만들고 코드로 지운다'는 감각을 먼저 익힘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— 다음 차시 예고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오늘은 개념 위주였고, 개인 VM에는 아직 Terraform이 설치되어 있지 않습니다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다음 2차시에 VM에 Terraform을 직접 설치하고, 실제 Docker 컨테이너를 코드로 배포해봅니다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미리 HashiCorp 공식 홈페이지에서 Terraform이 무엇인지 한 번 훑어보면 좋습니다(선택)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9주차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12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IaC는 인프라를 코드로 선언하고 그 코드로 생성·변경·삭제하는 방식이다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Terraform은 HCL 코드를 Provider를 통해 실제 인프라로 만들며, init/plan/apply/destroy로 다룬다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9주차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개인 VM에 Terraform을 직접 설치하고, HCL 문법을 배워 실제 Docker 컨테이너를 코드로 배포해봅니다.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