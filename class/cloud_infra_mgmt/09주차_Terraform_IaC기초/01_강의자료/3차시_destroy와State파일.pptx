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"9주차 마지막 시간, 3차시를 시작하겠습니다.</a:t>
            </a:r>
          </a:p>
          <a:p/>
          <a:p>
            <a:r>
              <a:t>지난 시간에 Terraform으로 nginx 컨테이너를 만들었는데요, 오늘은 그걸 지우는 법과, Terraform이 대체</a:t>
            </a:r>
          </a:p>
          <a:p>
            <a:r>
              <a:t>'지금 무엇이 만들어져 있는지'를 어떻게 기억하고 있는지 살펴보겠습니다."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terraform destroy로 코드로 만든 인프라를 코드로 제거하고,</a:t>
            </a:r>
          </a:p>
          <a:p>
            <a:r>
              <a:t>둘째, State 파일이 무엇이고 왜 필요한지 이해하고,</a:t>
            </a:r>
          </a:p>
          <a:p>
            <a:r>
              <a:t>셋째, State 파일을 로컬에 두었을 때의 한계를 이해합니다."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오늘이 9주차 마지막이니 실습 후</a:t>
            </a:r>
          </a:p>
          <a:p>
            <a:r>
              <a:t>1~3차시 과제를 종합해서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terraform destroy]</a:t>
            </a:r>
          </a:p>
          <a:p/>
          <a:p>
            <a:r>
              <a:t>"먼저 지난 시간에 만든 컨테이너를 지우는 법부터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[만들 때도 코드, 지울 때도 코드]</a:t>
            </a:r>
          </a:p>
          <a:p/>
          <a:p>
            <a:r>
              <a:t>"2주차에서 컨테이너를 지울 땐 `docker rm`을 손으로 실행했었죠. Terraform으로 만든 리소스는 조금</a:t>
            </a:r>
          </a:p>
          <a:p>
            <a:r>
              <a:t>다릅니다.</a:t>
            </a:r>
          </a:p>
          <a:p/>
          <a:p>
            <a:r>
              <a:t>`terraform destroy` 한 번이면, 코드에 선언된 리소스들을 **전부** 제거합니다. 여러 개를 만들었어도</a:t>
            </a:r>
          </a:p>
          <a:p>
            <a:r>
              <a:t>하나하나 지울 필요 없이 한 번에 정리되는 거예요.</a:t>
            </a:r>
          </a:p>
          <a:p/>
          <a:p>
            <a:r>
              <a:t>**(안전장치 설명)** destroy도 apply처럼, 먼저 '무엇을 지울 예정인지' 보여주고 확인을 거칩니다.</a:t>
            </a:r>
          </a:p>
          <a:p>
            <a:r>
              <a:t>`-auto-approve` 옵션을 붙이면 이 확인 과정을 생략할 수 있습니다.</a:t>
            </a:r>
          </a:p>
          <a:p/>
          <a:p>
            <a:r>
              <a:t>오늘은 2차시에 만든 `tf-nginx` 컨테이너를 이 명령으로 지워보겠습니다."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State 파일이란?]</a:t>
            </a:r>
          </a:p>
          <a:p/>
          <a:p>
            <a:r>
              <a:t>"그런데 궁금하지 않으셨나요? Terraform은 대체 '지금 뭐가 만들어져 있는지' 어떻게 아는 걸까요?"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[Terraform이 상태를 기억하는 방법]</a:t>
            </a:r>
          </a:p>
          <a:p/>
          <a:p>
            <a:r>
              <a:t>"`terraform apply`를 실행하면, `terraform.tfstate`라는 파일이 자동으로 생성됩니다.</a:t>
            </a:r>
          </a:p>
          <a:p/>
          <a:p>
            <a:r>
              <a:t>**(핵심 설명)** 이 파일 안에 '내가 지금 무엇을 만들었는지'가 기록됩니다 — 리소스의 ID, 속성값</a:t>
            </a:r>
          </a:p>
          <a:p>
            <a:r>
              <a:t>등이 전부 담기죠.</a:t>
            </a:r>
          </a:p>
          <a:p/>
          <a:p>
            <a:r>
              <a:t>**(그림 설명)** 화면의 그림을 보시면, HCL 코드가 '원하는 상태'를 나타내고, `terraform.tfstate`가</a:t>
            </a:r>
          </a:p>
          <a:p>
            <a:r>
              <a:t>'현재 상태'를 기록합니다. 다음에 plan이나 apply를 실행할 때, Terraform은 이 State와 코드를</a:t>
            </a:r>
          </a:p>
          <a:p>
            <a:r>
              <a:t>비교해서 무엇이 바뀌었는지 판단하고, 그 차이만 반영합니다."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[State가 왜 필요한가]</a:t>
            </a:r>
          </a:p>
          <a:p/>
          <a:p>
            <a:r>
              <a:t>"State가 없으면 Terraform은 실제 인프라에 무엇이 있는지 전혀 알 방법이 없습니다.</a:t>
            </a:r>
          </a:p>
          <a:p/>
          <a:p>
            <a:r>
              <a:t>**(핵심 동작 원리)** State, 실제 인프라, 코드 — 이 세 가지를 비교해서 '차이(diff)'만 반영하는</a:t>
            </a:r>
          </a:p>
          <a:p>
            <a:r>
              <a:t>것이 Terraform의 핵심 동작 원리입니다. 예를 들어 코드에서 컨테이너 이미지 버전을 하나만 바꾸면,</a:t>
            </a:r>
          </a:p>
          <a:p>
            <a:r>
              <a:t>Terraform은 State를 보고 '이 리소스만 업데이트하면 되는구나'라고 판단합니다. 나머지 리소스는</a:t>
            </a:r>
          </a:p>
          <a:p>
            <a:r>
              <a:t>건드리지 않아요.</a:t>
            </a:r>
          </a:p>
          <a:p/>
          <a:p>
            <a:r>
              <a:t>**(주의사항)** 그래서 State 파일을 사람이 직접 손으로 수정하는 건 매우 위험합니다. 반드시</a:t>
            </a:r>
          </a:p>
          <a:p>
            <a:r>
              <a:t>`terraform` 명령을 통해서만 다뤄야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[로컬 State의 한계 (10주 예고)]</a:t>
            </a:r>
          </a:p>
          <a:p/>
          <a:p>
            <a:r>
              <a:t>"그런데 지금까지 우리가 쓴 State 파일은 전부 내 VM의 로컬 디스크에만 저장되어 있었습니다. 여기엔</a:t>
            </a:r>
          </a:p>
          <a:p>
            <a:r>
              <a:t>몇 가지 문제가 있어요.</a:t>
            </a:r>
          </a:p>
          <a:p/>
          <a:p>
            <a:r>
              <a:t>**(문제 1)** 여러 사람이 같이 작업한다면? 각자의 State가 서로 다른 정보를 갖게 되어 충돌이 날 수</a:t>
            </a:r>
          </a:p>
          <a:p>
            <a:r>
              <a:t>있습니다.</a:t>
            </a:r>
          </a:p>
          <a:p/>
          <a:p>
            <a:r>
              <a:t>**(문제 2)** State 파일 안에는 비밀번호 같은 민감한 정보가 **평문으로** 포함될 수 있어서, 보안</a:t>
            </a:r>
          </a:p>
          <a:p>
            <a:r>
              <a:t>위험도 있습니다.</a:t>
            </a:r>
          </a:p>
          <a:p/>
          <a:p>
            <a:r>
              <a:t>**(다음 주 예고)** 이 문제를 해결하는 방법이 '원격 State'입니다. 다음 10주차에 Terraform Cloud라는</a:t>
            </a:r>
          </a:p>
          <a:p>
            <a:r>
              <a:t>서비스를 이용해서, State를 안전하게 원격으로 관리하는 법을 직접 배워보겠습니다."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destroy + State 파일 확인]</a:t>
            </a:r>
          </a:p>
          <a:p/>
          <a:p>
            <a:r>
              <a:t>"자, 직접 해보겠습니다.</a:t>
            </a:r>
          </a:p>
          <a:p/>
          <a:p>
            <a:r>
              <a:t>직전 실습에서 만든 리소스에 `terraform destroy`를 실행하기 **전에**, 먼저 `cat terraform.tfstate`</a:t>
            </a:r>
          </a:p>
          <a:p>
            <a:r>
              <a:t>또는 `terraform show` 명령으로 State 파일 내용을 직접 열람해보세요. 실제로 리소스 정보가 어떻게</a:t>
            </a:r>
          </a:p>
          <a:p>
            <a:r>
              <a:t>기록되어 있는지 눈으로 확인하는 게 중요합니다.</a:t>
            </a:r>
          </a:p>
          <a:p/>
          <a:p>
            <a:r>
              <a:t>그다음 `terraform destroy`를 실행하고, 다시 State를 확인해서 리소스 기록이 사라졌는지 비교해보세요.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9주차 종합 제출]</a:t>
            </a:r>
          </a:p>
          <a:p/>
          <a:p>
            <a:r>
              <a:t>"개인 VM에서 2차시에 만든 `tf-nginx` 컨테이너에 `terraform destroy -auto-approve`를 실행하세요.</a:t>
            </a:r>
          </a:p>
          <a:p/>
          <a:p>
            <a:r>
              <a:t>`docker ps`로 컨테이너가 사라진 걸 확인해서 캡처하고, `cat terraform.tfstate`(또는 `terraform</a:t>
            </a:r>
          </a:p>
          <a:p>
            <a:r>
              <a:t>show`)로 State 파일 내용을 확인해서 캡처하세요.</a:t>
            </a:r>
          </a:p>
          <a:p/>
          <a:p>
            <a:r>
              <a:t>**(주차 마무리 안내)** 오늘이 9주차 마지막 시간이니, 1차시(개념)·2차시(설치·배포)·3차시(오늘,</a:t>
            </a:r>
          </a:p>
          <a:p>
            <a:r>
              <a:t>destroy·State) 실습 결과를 종합해서 LMS 과제 게시판에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**terraform destroy는 코드로 만든 인프라를 코드로 깔끔하게 제거한다.**</a:t>
            </a:r>
          </a:p>
          <a:p>
            <a:r>
              <a:t>둘째, **State 파일(terraform.tfstate)은 Terraform이 현재 인프라 상태를 기억하는 기록이다.**"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"다음 10주차에서는 오늘 배운 State 파일의 한계를 해결하는 방법, **Terraform Cloud와 원격 State</a:t>
            </a:r>
          </a:p>
          <a:p>
            <a:r>
              <a:t>관리**를 배웁니다. 로컬에만 있던 State 파일을 Terraform Cloud로 옮겨서, 여러 사람이 안전하게 협업할</a:t>
            </a:r>
          </a:p>
          <a:p>
            <a:r>
              <a:t>수 있는 원격 실행 환경을 직접 구축해볼 거예요.</a:t>
            </a:r>
          </a:p>
          <a:p/>
          <a:p>
            <a:r>
              <a:t>**(계정 준비 예고)** 다음 주에는 Terraform Cloud 계정이 필요합니다. 3주차 GitHub·Docker Hub에 이어</a:t>
            </a:r>
          </a:p>
          <a:p>
            <a:r>
              <a:t>세 번째로 가입하는 외부 서비스인데, 2차시에 단계별 가입 가이드를 드릴 예정이니 미리 걱정하지</a:t>
            </a:r>
          </a:p>
          <a:p>
            <a:r>
              <a:t>않으셔도 됩니다.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[9주차를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9주차 수고하셨습니다! 인프라를 코드로 다루는 첫 경험, Terraform의 기본기를 잘 다지셨습니다."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"State 파일을 지우면 어떻게 되나요?" | Terraform이 '내가 뭘 만들었는지' 기억을 잃어버립니다. 실제 인프라(컨테이너 등)는 그대로 남아있지만, Terraform은 그걸 모르는 상태가 되어 다시 apply하면 중복으로 리소스를 만들려고 시도할 수 있습니다. 그래서 State 파일은 절대 함부로 지우면 안 됩니다. |</a:t>
            </a:r>
          </a:p>
          <a:p>
            <a:r>
              <a:t>| "destroy 없이 그냥 docker rm으로 지우면 안 되나요?" | 가능은 하지만 권장하지 않습니다. `docker rm`으로 직접 지우면 State 파일에는 여전히 그 리소스가 '존재한다'고 기록되어 있어서, State와 실제 인프라가 어긋나게(drift) 됩니다. Terraform으로 만든 건 Terraform으로 지우는 게 원칙입니다. |</a:t>
            </a:r>
          </a:p>
          <a:p>
            <a:r>
              <a:t>| "State 파일을 여러 사람이 같이 보려면 어떻게 하나요?" | 바로 그 문제를 해결하는 게 다음 주에 배울 원격 State입니다. Terraform Cloud 같은 서비스에 State를 저장해두면, 여러 사람이 같은 State를 공유하며 안전하게 협업할 수 있습니다. |</a:t>
            </a:r>
          </a:p>
          <a:p>
            <a:r>
              <a:t>| "Killercoda 링크가 언제 만들어졌는지에 따라 제한 시간이 달라지나요?" | 아니요. 60분 타이머는 링크 생성 시점이 아니라 각 학생이 시나리오를 '시작'한 순간부터 개별적으로 시작됩니다. 링크 자체는 만료되지 않으므로, 비동기로 늦게 접속하거나 여러 학생이 같은 링크를 써도 각자 독립된 환경과 타이머를 받습니다.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destroy와 State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Terraform은 인프라 상태를 어떻게 기억할까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terraform destroy로 코드로 만든 인프라를 코드로 제거한다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State 파일이 무엇이고 왜 필요한지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State 파일을 로컬에 두었을 때의 한계를 이해한다(10주 예고)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destroy+State 파일 확인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VM에서 동일 실습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9주차 종합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코드로 만든 것은 코드로 지운다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만들 때도 코드, 지울 때도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2주차에서 컨테이너를 지울 땐 docker rm을 손으로 실행했음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Terraform으로 만든 리소스는 terraform destroy 한 번으로 코드에 선언된 것들을 전부 제거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destroy도 apply처럼 먼저 '무엇을 지울지' 보여주고 확인을 거침(-auto-approve로 생략 가능)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🎯  오늘 지울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2차시에 만든 tf-nginx 컨테이너를 terraform destroy로 제거해봅니다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State 파일이란?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Terraform의 '기억 장치'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Terraform이 상태를 기억하는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terraform apply를 실행하면 terraform.tfstate라는 파일이 자동으로 생성됨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파일에 '내가 지금 무엇을 만들었는지'가 기록됨(리소스 ID, 속성값 등)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다음에 plan/apply를 실행할 때, 이 State와 코드를 비교해서 무엇이 바뀌었는지 판단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State의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HCL 코드(원하는 상태)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terraform.tfstate(현재 상태 기록)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비교 후 변경 사항만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State가 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State가 없으면 Terraform은 실제 인프라에 무엇이 있는지 알 방법이 없음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State와 실제 인프라, 코드 이 세 가지를 비교해서 '차이(diff)'만 반영하는 것이 Terraform의 핵심 동작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State 파일을 직접 손으로 수정하는 것은 위험 — 반드시 terraform 명령으로만 다뤄야 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로컬 State의 한계 (10주 예고)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지금까지는 State 파일이 내 VM 로컬 디스크에만 저장됨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여러 사람이 같이 작업하면? 각자의 State가 서로 달라 충돌이 날 수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State 파일 안에는 민감한 정보(비밀번호 등)가 평문으로 포함될 수 있어 보안 위험도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🔮  다음 주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 문제를 해결하는 방법이 '원격 State' — 10주차에 Terraform Cloud로 직접 다뤄봅니다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destroy + State 파일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직전 실습에서 만든 리소스에 terraform destroy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destroy 전, cat terraform.tfstate(또는 terraform show)로 State 내용 직접 열람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destroy 후 다시 State를 확인해 리소스 기록이 사라졌는지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안내 — 9주차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2차시에 만든 tf-nginx 컨테이너에 terraform destroy -auto-approve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ps로 컨테이너가 사라진 것 확인 — 캡처 첨부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cat terraform.tfstate(또는 terraform show)로 State 파일 내용 확인 — 캡처 첨부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9주차 1~3차시(설치·배포·destroy) 실습 결과를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terraform destroy는 코드로 만든 인프라를 코드로 깔끔하게 제거한다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State 파일(terraform.tfstate)은 Terraform이 현재 인프라 상태를 기억하는 기록이다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10주차 — Terraform Cloud와 원격 State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로컬에만 있던 State 파일을 Terraform Cloud로 옮겨, 여러 사람이 안전하게 협업할 수 있는 원격 실행 환경을 구축합니다.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9주차를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인프라를 코드로 다루는 첫 경험, Terraform의 기본기를 잘 다지셨습니다.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