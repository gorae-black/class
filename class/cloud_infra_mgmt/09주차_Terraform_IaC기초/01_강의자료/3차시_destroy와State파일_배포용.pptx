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9주차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destroy와 State 파일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Terraform은 인프라 상태를 어떻게 기억할까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9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900" b="0">
                <a:solidFill>
                  <a:srgbClr val="222733"/>
                </a:solidFill>
                <a:latin typeface="맑은 고딕"/>
              </a:rPr>
              <a:t>1.  terraform destroy로 코드로 만든 인프라를 코드로 제거한다</a:t>
            </a:r>
          </a:p>
          <a:p>
            <a:pPr>
              <a:lnSpc>
                <a:spcPct val="115000"/>
              </a:lnSpc>
            </a:pPr>
            <a:r>
              <a:rPr sz="19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900" b="0">
                <a:solidFill>
                  <a:srgbClr val="222733"/>
                </a:solidFill>
                <a:latin typeface="맑은 고딕"/>
              </a:rPr>
              <a:t>2.  State 파일이 무엇이고 왜 필요한지 이해한다</a:t>
            </a:r>
          </a:p>
          <a:p>
            <a:pPr>
              <a:lnSpc>
                <a:spcPct val="115000"/>
              </a:lnSpc>
            </a:pPr>
            <a:r>
              <a:rPr sz="19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900" b="0">
                <a:solidFill>
                  <a:srgbClr val="222733"/>
                </a:solidFill>
                <a:latin typeface="맑은 고딕"/>
              </a:rPr>
              <a:t>3.  State 파일을 로컬에 두었을 때의 한계를 이해한다(10주 예고)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3차시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9주차 3차시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7747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7747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907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① 개념 설명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907" y="283464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30828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63670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3670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00830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② Killercoda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0830" y="283464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destroy+State 파일 확인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16751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49593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49593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6753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③ VM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753" y="283464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VM에서 동일 실습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02675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35516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35516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72676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④ 결과 제출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2676" y="283464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9주차 종합 제출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3차시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terraform destroy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코드로 만든 것은 코드로 지운다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destroy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만들 때도 코드, 지울 때도 코드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2주차에서 컨테이너를 지울 땐 docker rm을 손으로 실행했음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Terraform으로 만든 리소스는 terraform destroy 한 번으로 코드에 선언된 것들을 전부 제거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destroy도 apply처럼 먼저 '무엇을 지울지' 보여주고 확인을 거침(-auto-approve로 생략 가능)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🎯  오늘 지울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2차시에 만든 tf-nginx 컨테이너를 terraform destroy로 제거해봅니다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3차시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State 파일이란?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Terraform의 '기억 장치'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State 파일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Terraform이 상태를 기억하는 방법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terraform apply를 실행하면 terraform.tfstate라는 파일이 자동으로 생성됨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이 파일에 '내가 지금 무엇을 만들었는지'가 기록됨(리소스 ID, 속성값 등)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다음에 plan/apply를 실행할 때, 이 State와 코드를 비교해서 무엇이 바뀌었는지 판단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State의 역할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HCL 코드(원하는 상태)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terraform.tfstate(현재 상태 기록)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비교 후 변경 사항만 적용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3차시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State 파일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State가 왜 필요한가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State가 없으면 Terraform은 실제 인프라에 무엇이 있는지 알 방법이 없음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State와 실제 인프라, 코드 이 세 가지를 비교해서 '차이(diff)'만 반영하는 것이 Terraform의 핵심 동작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State 파일을 직접 손으로 수정하는 것은 위험 — 반드시 terraform 명령으로만 다뤄야 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State 파일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로컬 State의 한계 (10주 예고)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지금까지는 State 파일이 내 VM 로컬 디스크에만 저장됨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여러 사람이 같이 작업하면? 각자의 State가 서로 달라 충돌이 날 수 있음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State 파일 안에는 민감한 정보(비밀번호 등)가 평문으로 포함될 수 있어 보안 위험도 있음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🔮  다음 주 예고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이 문제를 해결하는 방법이 '원격 State' — 10주차에 Terraform Cloud로 직접 다뤄봅니다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3차시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destroy + State 파일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직전 실습에서 만든 리소스에 terraform destroy 실행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destroy 전, cat terraform.tfstate(또는 terraform show)로 State 내용 직접 열람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destroy 후 다시 State를 확인해 리소스 기록이 사라졌는지 비교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 — 9주차 종합 제출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2차시에 만든 tf-nginx 컨테이너에 terraform destroy -auto-approve 실행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docker ps로 컨테이너가 사라진 것 확인 — 캡처 첨부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cat terraform.tfstate(또는 terraform show)로 State 파일 내용 확인 — 캡처 첨부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9주차 1~3차시(설치·배포·destroy) 실습 결과를 종합해서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terraform destroy는 코드로 만든 인프라를 코드로 깔끔하게 제거한다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State 파일(terraform.tfstate)은 Terraform이 현재 인프라 상태를 기억하는 기록이다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주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10주차 — Terraform Cloud와 원격 State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로컬에만 있던 State 파일을 Terraform Cloud로 옮겨, 여러 사람이 안전하게 협업할 수 있는 원격 실행 환경을 구축합니다.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