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가져오기 → 로그인, 그것으로 준비 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0주차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배경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왜 VM을 통째로 주는가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설치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VMware+VM 실행·로그인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환경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환경 확인 + 학기 계정 안내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질의응답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트러블슈팅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Windows PC (디스크 여유 공간 15GB 이상, RAM 8GB 이상 권장)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LMS에서 받은 cloud-lab-vm.zip 파일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① VMware Workstation Player 설치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② cloud-lab-vm.zip 압축 해제 (cloud-lab.vmx, cloud-lab.vmdk 생성)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③ VMware Player에서 Open a Virtual Machine → cloud-lab.vmx 선택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④ Play virtual machine 클릭 → 로그인 프롬프트 대기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아이디: student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비밀번호: a1234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version --client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status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