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가져오기 → 로그인, 그것으로 준비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3.  VM에 로그인하고 실습 환경이 정상인지 직접 확인한다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4.  학기 중 어떤 계정을 언제 만들게 되는지 미리 파악한다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(50분)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배경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10분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왜 VM을 통째로 주는가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설치 실습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VMware+VM 실행·로그인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환경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환경 확인 + 학기 계정 안내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질의응답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10분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트러블슈팅 안내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Windows PC (디스크 여유 공간 15GB 이상, RAM 8GB 이상 권장)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LMS에서 받은 cloud-lab-vm.zip 파일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① VMware Workstation Player 설치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② cloud-lab-vm.zip 압축 해제 (cloud-lab.vmx, cloud-lab.vmdk 생성)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③ VMware Player에서 Open a Virtual Machine → cloud-lab.vmx 선택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④ Play virtual machine 클릭 → 로그인 프롬프트 대기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아이디: student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비밀번호: a1234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--version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version --client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status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세 명령어 모두 오류 없이 버전/상태 정보가 출력되면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4 · 학기 중 필요한 계정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학기 중 이런 계정을 만들게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GitHub — 3주차 2차시에 가입 (소스 코드 저장용, 9~13주차까지 계속 재사용)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Hub — 3주차 2차시에 가입 (이미지 push/pull용, 13주차 파이프라인에서도 재사용)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Cloud — 10주차 2차시에 가입 (원격 State 관리용, GitHub 계정으로 가입하면 편함)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미리 알아두면 좋은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세 서비스를 동일한 이메일로 가입해두면 관리가 편합니다. Killercoda는 가입이 필요 없습니다 — 매 차시 제공되는 링크만 클릭하면 바로 실습할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13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--version / kubectl version --client / minikube status 세 명령어로 준비 상태를 확인한다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