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실습 VM 환경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가져오기 → 로그인, 그것으로 준비 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이 강좌가 왜 VM을 통째로 배포하는지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VMware Workstation Player로 VM을 여는 방법을 익힌다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VM에 로그인하고 실습 환경이 정상인지 직접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(50분)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배경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10분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4907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왜 VM을 통째로 주는가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설치 실습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830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20분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0830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VMware+VM 실행·로그인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환경 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753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10분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6753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docker/kubectl/minikube 확인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질의응답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676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676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트러블슈팅 안내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VM을 통째로 배포하는가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설치 때문에 실습을 포기하지 않도록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배경 설명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클라우드·리눅스가 처음이어도 괜찮습니다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강좌는 Docker, Kubernetes 실습이 핵심 — 그런데 설치 자체가 큰 장벽이 될 수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Windows에 Docker·리눅스 환경을 직접 설치하려면 WSL2, 가상화 설정 등 사전 지식이 많이 필요함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그래서 교수자가 Docker·minikube·kubectl까지 전부 설치·초기화해 둔 VM 이미지를 통째로 배포함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여러분이 할 일은 단 두 가지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① VM 파일을 받아서 연다  ② student 계정으로 로그인한다 — 그걸로 끝입니다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배경 설명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이 VM에 이미 준비되어 있는 것들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내용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67712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67712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267712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267712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Ubuntu 24.04 LTS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889504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889504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컨테이너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889504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889504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 + Docker Compose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511296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511296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오케스트레이션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511296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511296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minikube, kubectl (1~7주차 실습 전체 대응)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33088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133088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기본 도구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4133088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4133088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git, curl, vim, nano, htop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VM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가져오기 → 로그인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준비물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Windows PC (디스크 여유 공간 15GB 이상, RAM 8GB 이상 권장)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LMS에서 받은 cloud-lab-vm.zip 파일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VMware Workstation Player (무료, 공식 홈페이지에서 설치)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설치 순서 5단계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① VMware Workstation Player 설치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② cloud-lab-vm.zip 압축 해제 (cloud-lab.vmx, cloud-lab.vmdk 생성)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③ VMware Player에서 Open a Virtual Machine → cloud-lab.vmx 선택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④ Play virtual machine 클릭 → 로그인 프롬프트 대기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⑤ student / a1234 로 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5단계 요약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① 설치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② 압축 해제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③ VM 열기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④ VM 실행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⑤ 로그인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로그인 계정 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아이디: student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비밀번호: a1234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비밀번호 입력 시 화면에 아무것도 표시되지 않는 것이 정상입니다 (리눅스 터미널 보안 관례)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⚠  sudo 비밀번호 안내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이후 실습에서 sudo 명령을 쓸 때도 동일하게 a1234를 입력하면 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환경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실습 준비가 끝났는지 직접 확인한다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3 · 환경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세 가지 명령어로 확인하기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--version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version --client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minikube status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세 명령어 모두 오류 없이 버전/상태 정보가 출력되면 준비 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질의응답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자주 발생하는 문제와 해결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VM이 켜지지 않는다 → BIOS에서 가상화(Intel VT-x/AMD-V) 옵션이 켜져 있는지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로그인이 안 된다 → 아이디/비밀번호는 student / a1234로 통일되어 있음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그 외 문제 → LMS Q&amp;A 게시판에 캡처와 함께 남겨주세요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13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이 VM 하나로 0주차부터 7주차까지 모든 실습을 진행한다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 --version / kubectl version --client / minikube status 세 명령어로 준비 상태를 확인한다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1주차 — 클라우드 개념과 Docker 입문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가상화와 클라우드 컴퓨팅의 기본 개념을 배우고, 오늘 준비한 VM에서 첫 컨테이너를 직접 실행해봅니다.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