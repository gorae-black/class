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파이프라인 아키텍처 설계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AI 미니 챗봇 자동 배포, 전체 그림 그려보기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1.  13~14주차 실습 미션(AI 챗봇 자동 배포)의 전체 그림을 이해한다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2.  Git·Docker·Jenkins·K8s가 파이프라인에서 각각 어떤 역할을 맡는지 정리한다</a:t>
            </a:r>
          </a:p>
          <a:p>
            <a:pPr>
              <a:lnSpc>
                <a:spcPct val="115000"/>
              </a:lnSpc>
            </a:pPr>
            <a:r>
              <a:rPr sz="17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700" b="0">
                <a:solidFill>
                  <a:srgbClr val="222733"/>
                </a:solidFill>
                <a:latin typeface="맑은 고딕"/>
              </a:rPr>
              <a:t>3.  직접 전체 흐름도를 그려보며 다음 실습에서 무엇을 만들지 예습한다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13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13주차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824228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824228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961388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61388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미션 소개+아키텍처 복습</a:t>
            </a:r>
          </a:p>
        </p:txBody>
      </p:sp>
      <p:sp>
        <p:nvSpPr>
          <p:cNvPr id="10" name="Rectangle 9"/>
          <p:cNvSpPr/>
          <p:nvPr/>
        </p:nvSpPr>
        <p:spPr>
          <a:xfrm>
            <a:off x="4400550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56632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56632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93792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VM 실습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93792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챗봇 코드 확인+흐름도 그리기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32954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28903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903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2619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결과 정리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2619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제출 안내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13~14주차는 다릅니다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100% 로컬 VM 전용 실습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0 · 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왜 오늘부터 Killercoda가 없을까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Killercoda는 60분 시간 제한이 있어, 복잡한 파이프라인 디버깅에는 부적합함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13~14주차는 에러 추적·트러블슈팅에 시간이 걸릴 수 있는 대통합 실습 구간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그래서 100% 학생 개인 VM 안에서만, 시간 제약 없이 진행합니다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🎯  13~14주차 미션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AI 미니 챗봇 웹 앱을 Git→Jenkins→Docker Hub→K8s로 완전 자동 배포하고, 부하까지 견디게 만든다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학생 PC 소스 수정 → 자동으로 서비스에 반영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13주차에 완성할 파이프라인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학생 PC 에디터에서 소스 수정 → git push origin main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로컬 VM Jenkins가 Poll SCM(매 1분)으로 변경 감지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Docker 이미지 빌드 &amp; Docker Hub Push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Jenkins가 minikube의 Deployment 이미지를 새 버전으로 교체(Rolling Update)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Git → Jenkins → Docker Hub → K8s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학생 PC(소스 수정)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8A8F9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GitHub(버전관리)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Jenkins(빌드+Push)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3822191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Minikube(자동 배포)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07 / 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각 도구가 맡는 역할 한 줄 정리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Git/GitHub(9~10주차 연결) — 소스 코드의 버전을 기록하고 변경을 공유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Docker(1~3주차 연결) — 챗봇 앱을 이미지로 포장해 어디서든 동일하게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Jenkins(11~12주차 연결) — 코드 변경을 감지해 빌드·배포를 자동으로 실행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Kubernetes(4~7주차 연결) — 실제로 챗봇 컨테이너를 운영하고 무중단으로 교체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전체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미니 챗봇이란?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Flask로 만든 간단한 웹 앱 — 사용자 메시지에 규칙 기반으로 응답하는 미니 챗봇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복잡한 AI 모델이 아니라, '파이프라인이 무엇을 배포하는지' 보여주는 실습용 앱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핵심은 챗봇 자체가 아니라, 이 앱이 자동으로 빌드·배포·업데이트되는 전체 과정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📦  제공 자료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04_템플릿코드에 챗봇 뼈대 코드(app.py, Dockerfile, deployment.yaml)를 제공합니다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실습 — 챗봇 코드 확인 + 흐름도 그리기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04_템플릿코드의 챗봇 뼈대 코드를 VM에 내려받아 구조 파악(app.py, Dockerfile, deployment.yaml)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종이나 그림 도구로 오늘 배운 4단계 파이프라인을 스스로 다시 그려보기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각 단계에서 어떤 명령어가 실행될지 미리 메모해보기(다음 2차시에 실제로 작성)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결과 정리 및 제출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직접 그린 파이프라인 흐름도 캡처(사진 또는 스캔) 제출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챗봇 뼈대 코드 구조를 훑어본 소감 3줄 이상 작성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2차시부터 본격적인 구축이 시작되니, 11~12주차 Jenkinsfile 문법을 한 번 복습해오기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13주차 1차시 [VM 전용]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11 / 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13~14주차는 시간 제약 없는 100% VM 전용 실습이다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Git·Docker·Jenkins·K8s가 각자의 역할로 하나의 자동 배포 파이프라인을 이룬다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13주차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오늘 그려본 흐름도를 실제로 구현합니다. Jenkinsfile에 Build·Push·Deploy 단계를 채워 넣어 실제 파이프라인을 구축합니다.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