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End-to-End 배포 테스트와 트러블슈팅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코드 한 줄 수정 → 자동으로 서비스에 반영되는 순간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1.  Poll SCM으로 전체 파이프라인이 자동 실행되는 것을 End-to-End로 검증한다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2.  파이프라인 실패 시 어느 Stage에서 문제가 생겼는지 스스로 진단한다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3.  13주차 전체 실습을 통해 완성한 파이프라인을 정리하고 회고한다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13주차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트러블슈팅 체크리스트</a:t>
            </a:r>
          </a:p>
        </p:txBody>
      </p:sp>
      <p:sp>
        <p:nvSpPr>
          <p:cNvPr id="15" name="Oval 14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E2E 테스트+트러블슈팅</a:t>
            </a:r>
          </a:p>
        </p:txBody>
      </p:sp>
      <p:sp>
        <p:nvSpPr>
          <p:cNvPr id="20" name="Oval 19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13주차 종합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End-to-End 테스트란?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파이프라인의 처음부터 끝까지를 실제로 확인한다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E2E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지금까지는 '조립'했다면, 오늘은 '작동 확인'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2차시까지는 Build Now로 각 단계가 개별적으로 성공하는지 확인했음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오늘은 사람이 버튼을 누르지 않고, 코드 수정 → git push만으로 전체가 저절로 돌아가는지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이 흐름이 실제로 성공하면, 진짜 자동 배포 파이프라인이 완성된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오늘의 최종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app.py 문구 하나를 바꾸고 push했을 때, 실제 챗봇 응답이 바뀌는 것까지 직접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트러블슈팅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막히면 순서대로 확인한다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트러블슈팅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Stage별 자주 발생하는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자주 발생하는 원인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6771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Checkout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67712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67712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저장소 URL 오타, 저장소가 Private으로 설정됨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8950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8950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89504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89504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Dockerfile 문법 오류, 이미지 이름에 오타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1129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Push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511296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511296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dockerhub-cred 미등록, Docker Hub 아이디 오타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3308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3308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33088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4133088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Deployment/컨테이너 이름 불일치, minikube 미실행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트러블슈팅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진단 순서 — Console Output부터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 Job의 Console Output에서 빨간 글씨(오류 메시지)를 먼저 읽기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어느 stage에서 멈췄는지 Stage View 색깔로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오류 메시지를 그대로 검색하거나, VM에서 같은 명령을 손으로 직접 실행해 원인 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E2E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app.py의 챗봇 응답 문구를 한 줄 수정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git push origin main 실행 후, 아무것도 누르지 않고 최대 1~2분 대기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 Build History에 자동 빌드가 새로 생기는지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빌드 성공 후 curl $(minikube service chatbot --url) 로 실제 응답이 바뀐 것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문제 발생 시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실패한 stage를 확인하고, 위 체크리스트를 참고해 원인부터 좁혀나가기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ps, kubectl get pods, kubectl describe pod 등으로 실제 상태 직접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해결되면 다시 코드를 수정해 git push로 재검증 — 이 과정 자체가 실전 트러블슈팅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13주차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코드 수정 전/후 챗봇 응답 curl 결과 캡처(변경 확인)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 Build History에서 자동 트리거된 빌드 이력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13주차 1~3차시(아키텍처 설계·구축·E2E 테스트) 실습을 종합해서 제출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겪었던 트러블슈팅 사례 1가지 이상을 원인·해결 방법과 함께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코드 수정 → git push만으로 Build부터 Deploy까지 전 과정이 자동으로 실행되는 것을 확인했다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트러블슈팅은 Console Output과 Stage View로 실패 지점을 좁히고, 실제 명령을 손으로 재현해 원인을 찾는 순서로 진행한다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14주차 — HPA 오토스케일링과 자가치유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완성한 챗봇 서비스에 대규모 트래픽을 흘려보내, K8s가 스스로 Pod를 늘리고(HPA) 장애를 스스로 복구하는(자가치유) 모습을 직접 관찰합니다.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