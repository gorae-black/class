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"13주차 1차시를 시작하겠습니다.</a:t>
            </a:r>
          </a:p>
          <a:p/>
          <a:p>
            <a:r>
              <a:t>지금까지 배운 것들을 한번 떠올려볼까요? 1~3주차에 Docker, 4~7주차에 Kubernetes, 9~10주차에</a:t>
            </a:r>
          </a:p>
          <a:p>
            <a:r>
              <a:t>Terraform, 11~12주차에 Jenkins를 배웠습니다. 오늘부터 이 모든 것을 하나로 합쳐서, AI 미니 챗봇을</a:t>
            </a:r>
          </a:p>
          <a:p>
            <a:r>
              <a:t>완전 자동으로 배포하는 파이프라인을 만들어보겠습니다."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13~14주차 실습 미션의 전체 그림을 이해하고,</a:t>
            </a:r>
          </a:p>
          <a:p>
            <a:r>
              <a:t>둘째, Git·Docker·Jenkins·K8s가 파이프라인에서 각각 어떤 역할을 맡는지 정리하고,</a:t>
            </a:r>
          </a:p>
          <a:p>
            <a:r>
              <a:t>셋째, 직접 전체 흐름도를 그려보며 다음 실습에서 무엇을 만들지 예습합니다."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(50분, Killercoda 없음)]</a:t>
            </a:r>
          </a:p>
          <a:p/>
          <a:p>
            <a:r>
              <a:t>"오늘부터는 진행 순서가 조금 다릅니다. Killercoda 없이, 개념 설명 20분과 VM 실습 25분, 결과 정리</a:t>
            </a:r>
          </a:p>
          <a:p>
            <a:r>
              <a:t>5분으로 진행합니다."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0 섹션 표지 — 13~14주차는 다릅니다]</a:t>
            </a:r>
          </a:p>
          <a:p/>
          <a:p>
            <a:r>
              <a:t>"먼저 오늘부터 왜 진행 방식이 달라지는지부터 설명드릴게요."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오늘부터 Killercoda가 없을까]</a:t>
            </a:r>
          </a:p>
          <a:p/>
          <a:p>
            <a:r>
              <a:t>"Killercoda는 60분 시간 제한이 있었죠. 그런데 오늘부터 하게 될 실습은 여러 도구가 복잡하게</a:t>
            </a:r>
          </a:p>
          <a:p>
            <a:r>
              <a:t>연결되는 파이프라인이라서, 문제가 생기면 디버깅에 시간이 꽤 걸릴 수 있습니다. 60분 안에 끝내야</a:t>
            </a:r>
          </a:p>
          <a:p>
            <a:r>
              <a:t>한다는 압박이 있으면 오히려 학습에 방해가 되겠죠.</a:t>
            </a:r>
          </a:p>
          <a:p/>
          <a:p>
            <a:r>
              <a:t>**(안내)** 그래서 13~14주차는 100% 학생 개인 VM 안에서만, 시간 제약 없이 진행합니다.</a:t>
            </a:r>
          </a:p>
          <a:p/>
          <a:p>
            <a:r>
              <a:t>**(미션 제시)** 오늘부터 우리의 미션은 이겁니다 — AI 미니 챗봇 웹 앱을 Git → Jenkins → Docker Hub</a:t>
            </a:r>
          </a:p>
          <a:p>
            <a:r>
              <a:t>→ K8s로 완전 자동 배포하고, 다음 주(14주차)에는 그 서비스가 부하를 견디게 만드는 것까지 해볼</a:t>
            </a:r>
          </a:p>
          <a:p>
            <a:r>
              <a:t>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전체 아키텍처]</a:t>
            </a:r>
          </a:p>
          <a:p/>
          <a:p>
            <a:r>
              <a:t>"자, 이제 오늘의 핵심, 전체 아키텍처를 그림으로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[13주차에 완성할 파이프라인]</a:t>
            </a:r>
          </a:p>
          <a:p/>
          <a:p>
            <a:r>
              <a:t>"화면의 그림을 보시면 이렇습니다.</a:t>
            </a:r>
          </a:p>
          <a:p/>
          <a:p>
            <a:r>
              <a:t>학생 PC 에디터에서 소스를 수정하고 `git push origin main`을 실행합니다. 그러면 로컬 VM의</a:t>
            </a:r>
          </a:p>
          <a:p>
            <a:r>
              <a:t>Jenkins가 12주차에 배운 Poll SCM(매 1분)으로 이 변경을 감지합니다. Jenkins는 Docker 이미지를</a:t>
            </a:r>
          </a:p>
          <a:p>
            <a:r>
              <a:t>빌드하고 Docker Hub에 Push합니다. 마지막으로 Jenkins가 minikube의 Deployment 이미지를 새 버전으로</a:t>
            </a:r>
          </a:p>
          <a:p>
            <a:r>
              <a:t>교체합니다 — 이걸 Rolling Update라고 부릅니다.</a:t>
            </a:r>
          </a:p>
          <a:p/>
          <a:p>
            <a:r>
              <a:t>**(전체 그림 강조)** 이 네 단계, '학생 PC → GitHub → Jenkins → Minikube'가 오늘부터 우리가 만들</a:t>
            </a:r>
          </a:p>
          <a:p>
            <a:r>
              <a:t>전체 파이프라인입니다."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[각 도구가 맡는 역할 한 줄 정리]</a:t>
            </a:r>
          </a:p>
          <a:p/>
          <a:p>
            <a:r>
              <a:t>"각 도구가 이 파이프라인에서 어떤 역할을 맡는지, 지금까지 배운 것과 연결해서 정리해보겠습니다.</a:t>
            </a:r>
          </a:p>
          <a:p/>
          <a:p>
            <a:r>
              <a:t>**Git/GitHub**(9~10주차에서 배웠죠) — 소스 코드의 버전을 기록하고 변경을 공유합니다.</a:t>
            </a:r>
          </a:p>
          <a:p>
            <a:r>
              <a:t>**Docker**(1~3주차) — 챗봇 앱을 이미지로 포장해서 어디서든 동일하게 실행되게 합니다.</a:t>
            </a:r>
          </a:p>
          <a:p>
            <a:r>
              <a:t>**Jenkins**(11~12주차) — 코드 변경을 감지해서 빌드·배포를 자동으로 실행합니다.</a:t>
            </a:r>
          </a:p>
          <a:p>
            <a:r>
              <a:t>**Kubernetes**(4~7주차) — 실제로 챗봇 컨테이너를 운영하고, 새 버전으로 무중단 교체합니다.</a:t>
            </a:r>
          </a:p>
          <a:p/>
          <a:p>
            <a:r>
              <a:t>**(핵심 메시지)** 지금까지 따로따로 배웠던 이 네 가지가, 오늘부터 하나의 파이프라인 안에서 서로</a:t>
            </a:r>
          </a:p>
          <a:p>
            <a:r>
              <a:t>맞물려 돌아가는 걸 직접 경험하게 될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[미니 챗봇이란?]</a:t>
            </a:r>
          </a:p>
          <a:p/>
          <a:p>
            <a:r>
              <a:t>"오늘 배포할 대상, '미니 챗봇'을 소개해드릴게요.</a:t>
            </a:r>
          </a:p>
          <a:p/>
          <a:p>
            <a:r>
              <a:t>Flask로 만든 간단한 웹 앱인데, 사용자가 메시지를 보내면 규칙 기반으로 응답하는 미니 챗봇입니다.</a:t>
            </a:r>
          </a:p>
          <a:p>
            <a:r>
              <a:t>복잡한 AI 모델이 아니라, '이 파이프라인이 무엇을 배포하는지' 보여주기 위한 실습용 앱이에요.</a:t>
            </a:r>
          </a:p>
          <a:p/>
          <a:p>
            <a:r>
              <a:t>**(초점 명확화)** 오늘 실습의 핵심은 챗봇 자체의 성능이 아니라, 이 앱이 **자동으로 빌드·배포·업데이트되는 전체 과정**입니다. `04_템플릿코드`에 챗봇 뼈대 코드(`app.py`, `Dockerfile`,</a:t>
            </a:r>
          </a:p>
          <a:p>
            <a:r>
              <a:t>`deployment.yaml`)를 미리 준비해두었습니다."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챗봇 코드 확인 + 흐름도 그리기]</a:t>
            </a:r>
          </a:p>
          <a:p/>
          <a:p>
            <a:r>
              <a:t>"오늘 VM 실습은 두 가지입니다.</a:t>
            </a:r>
          </a:p>
          <a:p/>
          <a:p>
            <a:r>
              <a:t>첫째, `04_템플릿코드`의 챗봇 뼈대 코드를 VM에 내려받아서 구조를 파악해보세요. `app.py`가 어떻게</a:t>
            </a:r>
          </a:p>
          <a:p>
            <a:r>
              <a:t>응답을 만드는지, `Dockerfile`이 어떻게 이미지를 빌드하는지, `deployment.yaml`이 K8s에 어떻게</a:t>
            </a:r>
          </a:p>
          <a:p>
            <a:r>
              <a:t>배포하는지 한 번씩 읽어보세요.</a:t>
            </a:r>
          </a:p>
          <a:p/>
          <a:p>
            <a:r>
              <a:t>둘째, 종이나 그림 도구로 오늘 배운 4단계 파이프라인을 스스로 다시 그려보세요. 각 단계에서 어떤</a:t>
            </a:r>
          </a:p>
          <a:p>
            <a:r>
              <a:t>명령어가 실행될지도 미리 메모해두면 좋습니다 — 다음 2차시에 그걸 실제 코드로 작성할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[결과 정리 및 제출]</a:t>
            </a:r>
          </a:p>
          <a:p/>
          <a:p>
            <a:r>
              <a:t>"오늘의 결과물은 이렇습니다.</a:t>
            </a:r>
          </a:p>
          <a:p/>
          <a:p>
            <a:r>
              <a:t>직접 그린 파이프라인 흐름도를 사진이나 스캔으로 캡처해서 제출하세요. 그리고 챗봇 뼈대 코드 구조를</a:t>
            </a:r>
          </a:p>
          <a:p>
            <a:r>
              <a:t>훑어본 소감을 3줄 이상 작성해주세요.</a:t>
            </a:r>
          </a:p>
          <a:p/>
          <a:p>
            <a:r>
              <a:t>**(다음 시간 준비)** 다음 2차시부터 본격적인 구축이 시작되니, 11~12주차 Jenkinsfile 문법을 한 번</a:t>
            </a:r>
          </a:p>
          <a:p>
            <a:r>
              <a:t>복습해오시면 훨씬 수월하게 따라오실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**13~14주차는 시간 제약 없는 100% VM 전용 실습이다.**</a:t>
            </a:r>
          </a:p>
          <a:p>
            <a:r>
              <a:t>둘째, **Git·Docker·Jenkins·K8s가 각자의 역할로 하나의 자동 배포 파이프라인을 이룬다.**"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오늘 그려본 흐름도를 실제로 구현합니다. Jenkinsfile에 Build·Push·Deploy 단계를</a:t>
            </a:r>
          </a:p>
          <a:p>
            <a:r>
              <a:t>채워 넣어서 실제 파이프라인을 구축할 거예요.</a:t>
            </a:r>
          </a:p>
          <a:p/>
          <a:p>
            <a:r>
              <a:t>오늘 수업은 여기까지입니다. 흐름도 캡처와 소감 모두 제출해주시고,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"챗봇에 진짜 AI(예: GPT)를 연결해도 되나요?" | 이 과목의 필수 실습 범위는 아니지만, 관심 있는 학생은 선택 심화로 시도해볼 수 있습니다. 다만 외부 API 키 관리, 비용 문제가 따르므로 필수 제출물에는 포함하지 않는다고 명확히 안내하세요. |</a:t>
            </a:r>
          </a:p>
          <a:p>
            <a:r>
              <a:t>| "Rolling Update가 정확히 뭔가요?" | K8s Deployment가 새 이미지로 Pod를 교체할 때, 기존 Pod를 한꺼번에 지우지 않고 하나씩 순차적으로 교체하는 방식입니다. 그래서 교체 도중에도 서비스가 완전히 끊기지 않습니다. 2차시에서 직접 명령어로 확인합니다. |</a:t>
            </a:r>
          </a:p>
          <a:p>
            <a:r>
              <a:t>| "오늘 실습을 못 끝내면 어떻게 하나요?" | 오늘은 흐름도를 그려보는 예습 성격의 시간이라 부담을 갖지 않아도 됩니다. 다만 다음 시간부터는 실제 구축이 시작되니, 오늘 자료(챗봇 코드 구조)는 꼭 한 번 훑어보고 오도록 안내하세요.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아키텍처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AI 미니 챗봇 자동 배포, 전체 그림 그려보기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13~14주차 실습 미션(AI 챗봇 자동 배포)의 전체 그림을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Git·Docker·Jenkins·K8s가 파이프라인에서 각각 어떤 역할을 맡는지 정리한다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직접 전체 흐름도를 그려보며 다음 실습에서 무엇을 만들지 예습한다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 (Killercoda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미션 소개+아키텍처 복습</a:t>
            </a:r>
          </a:p>
        </p:txBody>
      </p:sp>
      <p:sp>
        <p:nvSpPr>
          <p:cNvPr id="13" name="Oval 12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실습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챗봇 코드 확인+흐름도 그리기</a:t>
            </a:r>
          </a:p>
        </p:txBody>
      </p:sp>
      <p:sp>
        <p:nvSpPr>
          <p:cNvPr id="18" name="Oval 17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정리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제출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13~14주차는 다릅니다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100% 로컬 VM 전용 실습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0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오늘부터 Killercoda가 없을까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Killercoda는 60분 시간 제한이 있어, 복잡한 파이프라인 디버깅에는 부적합함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13~14주차는 에러 추적·트러블슈팅에 시간이 걸릴 수 있는 대통합 실습 구간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그래서 100% 학생 개인 VM 안에서만, 시간 제약 없이 진행합니다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🎯  13~14주차 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미니 챗봇 웹 앱을 Git→Jenkins→Docker Hub→K8s로 완전 자동 배포하고, 부하까지 견디게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학생 PC 소스 수정 → 자동으로 서비스에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13주차에 완성할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학생 PC 에디터에서 소스 수정 → git push origin main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로컬 VM Jenkins가 Poll SCM(매 1분)으로 변경 감지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Jenkins가 Docker 이미지 빌드 &amp; Docker Hub Push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Jenkins가 minikube의 Deployment 이미지를 새 버전으로 교체(Rolling Update)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Git → Jenkins → Docker Hub → K8s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학생 PC(소스 수정)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GitHub(버전관리)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Jenkins(빌드+Push)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Minikube(자동 배포)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각 도구가 맡는 역할 한 줄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Git/GitHub(9~10주차 연결) — 소스 코드의 버전을 기록하고 변경을 공유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Docker(1~3주차 연결) — 챗봇 앱을 이미지로 포장해 어디서든 동일하게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Jenkins(11~12주차 연결) — 코드 변경을 감지해 빌드·배포를 자동으로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Kubernetes(4~7주차 연결) — 실제로 챗봇 컨테이너를 운영하고 무중단으로 교체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미니 챗봇이란?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Flask로 만든 간단한 웹 앱 — 사용자 메시지에 규칙 기반으로 응답하는 미니 챗봇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복잡한 AI 모델이 아니라, '파이프라인이 무엇을 배포하는지' 보여주는 실습용 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핵심은 챗봇 자체가 아니라, 이 앱이 자동으로 빌드·배포·업데이트되는 전체 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📦  제공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app.py (전체):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from flask import Flask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 = Flask(__name__)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@app.route("/")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def chat():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return "안녕하세요! 저는 미니 챗봇입니다."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if __name__ == "__main__":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app.run(host="0.0.0.0", port=5000)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Dockerfile (핵심): FROM python:3.11-slim → COPY app.py . → RUN pip install flask → CMD ["python","app.py"]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deployment.yaml (핵심): Deployment명 chatbot, 컨테이너명 web, Service명 chatbot(NodePort)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실습 — 챗봇 코드 확인 + 흐름도 그리기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[슬라이드 09]의 코드로 app.py, Dockerfile, deployment.yaml을 개인 VM에 직접 작성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종이나 그림 도구로 오늘 배운 4단계 파이프라인을 스스로 다시 그려보기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각 단계에서 어떤 명령어가 실행될지 미리 메모해보기(다음 2차시에 실제로 작성)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직접 그린 파이프라인 흐름도 캡처(사진 또는 스캔) 제출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챗봇 뼈대 코드 구조를 훑어본 소감 3줄 이상 작성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2차시부터 본격적인 구축이 시작되니, 11~12주차 Jenkinsfile 문법을 한 번 복습해오기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13~14주차는 시간 제약 없는 100% VM 전용 실습이다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Git·Docker·Jenkins·K8s가 각자의 역할로 하나의 자동 배포 파이프라인을 이룬다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그려본 흐름도를 실제로 구현합니다. Jenkinsfile에 Build·Push·Deploy 단계를 채워 넣어 실제 파이프라인을 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