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파이프라인 아키텍처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AI 미니 챗봇 자동 배포, 전체 그림 그려보기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13~14주차 실습 미션(AI 챗봇 자동 배포)의 전체 그림을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Git·Docker·Jenkins·K8s가 파이프라인에서 각각 어떤 역할을 맡는지 정리한다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직접 전체 흐름도를 그려보며 다음 실습에서 무엇을 만들지 예습한다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(50분, 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3100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3100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3100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미션 소개+아키텍처 복습</a:t>
            </a:r>
          </a:p>
        </p:txBody>
      </p:sp>
      <p:sp>
        <p:nvSpPr>
          <p:cNvPr id="17" name="Oval 16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7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7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챗봇 코드 확인+흐름도 그리기</a:t>
            </a:r>
          </a:p>
        </p:txBody>
      </p:sp>
      <p:sp>
        <p:nvSpPr>
          <p:cNvPr id="24" name="Oval 23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4755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4755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755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13~14주차는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100% 로컬 VM 전용 실습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왜 오늘부터 Killercoda가 없을까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Killercoda는 60분 시간 제한이 있어, 복잡한 파이프라인 디버깅에는 부적합함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13~14주차는 에러 추적·트러블슈팅에 시간이 걸릴 수 있는 대통합 실습 구간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그래서 100% 학생 개인 VM 안에서만, 시간 제약 없이 진행합니다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13~14주차 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AI 미니 챗봇 웹 앱을 Git→Jenkins→Docker Hub→K8s로 완전 자동 배포하고, 부하까지 견디게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학생 PC 소스 수정 → 자동으로 서비스에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13주차에 완성할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학생 PC 에디터에서 소스 수정 → git push origin main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로컬 VM Jenkins가 Poll SCM(매 1분)으로 변경 감지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Docker 이미지 빌드 &amp; Docker Hub Push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minikube의 Deployment 이미지를 새 버전으로 교체(Rolling Update)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Git → Jenkins → Docker Hub → K8s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학생 PC(소스 수정)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GitHub(버전관리)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Jenkins(빌드+Push)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Minikube(자동 배포)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각 도구가 맡는 역할 한 줄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Git/GitHub(9~10주차 연결) — 소스 코드의 버전을 기록하고 변경을 공유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Docker(1~3주차 연결) — 챗봇 앱을 이미지로 포장해 어디서든 동일하게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Jenkins(11~12주차 연결) — 코드 변경을 감지해 빌드·배포를 자동으로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Kubernetes(4~7주차 연결) — 실제로 챗봇 컨테이너를 운영하고 무중단으로 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미니 챗봇이란?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Flask로 만든 간단한 웹 앱 — 사용자 메시지에 규칙 기반으로 응답하는 미니 챗봇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복잡한 AI 모델이 아니라, '파이프라인이 무엇을 배포하는지' 보여주는 실습용 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핵심은 챗봇 자체가 아니라, 이 앱이 자동으로 빌드·배포·업데이트되는 전체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📦  제공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04_템플릿코드에 챗봇 뼈대 코드(app.py, Dockerfile, deployment.yaml)를 제공합니다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챗봇 코드 확인 + 흐름도 그리기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04_템플릿코드의 챗봇 뼈대 코드를 VM에 내려받아 구조 파악(app.py, Dockerfile, deployment.yaml)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종이나 그림 도구로 오늘 배운 4단계 파이프라인을 스스로 다시 그려보기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각 단계에서 어떤 명령어가 실행될지 미리 메모해보기(다음 2차시에 실제로 작성)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직접 그린 파이프라인 흐름도 캡처(사진 또는 스캔) 제출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챗봇 뼈대 코드 구조를 훑어본 소감 3줄 이상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2차시부터 본격적인 구축이 시작되니, 11~12주차 Jenkinsfile 문법을 한 번 복습해오기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13~14주차는 시간 제약 없는 100% VM 전용 실습이다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Git·Docker·Jenkins·K8s가 각자의 역할로 하나의 자동 배포 파이프라인을 이룬다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그려본 흐름도를 실제로 구현합니다. Jenkinsfile에 Build·Push·Deploy 단계를 채워 넣어 실제 파이프라인을 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