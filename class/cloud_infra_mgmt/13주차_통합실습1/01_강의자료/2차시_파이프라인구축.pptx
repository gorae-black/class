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"13주차 2차시를 시작하겠습니다.</a:t>
            </a:r>
          </a:p>
          <a:p/>
          <a:p>
            <a:r>
              <a:t>지난 시간에 전체 그림을 그려봤는데요, 오늘은 실제로 그 그림을 코드로 완성해서, 진짜로 동작하는</a:t>
            </a:r>
          </a:p>
          <a:p>
            <a:r>
              <a:t>파이프라인을 만들어보겠습니다."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세 가지를 할 수 있게 됩니다.</a:t>
            </a:r>
          </a:p>
          <a:p/>
          <a:p>
            <a:r>
              <a:t>첫째, Jenkinsfile에 Build·Push·Deploy 단계를 모두 작성하고,</a:t>
            </a:r>
          </a:p>
          <a:p>
            <a:r>
              <a:t>둘째, Jenkins 컨테이너에서 minikube에 접속하는 특수한 방법을 이해하고,</a:t>
            </a:r>
          </a:p>
          <a:p>
            <a:r>
              <a:t>셋째, 전체 파이프라인을 Job에 연결하고 Poll SCM까지 적용합니다."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(50분, Killercoda 없음)]</a:t>
            </a:r>
          </a:p>
          <a:p/>
          <a:p>
            <a:r>
              <a:t>"오늘도 개념 설명 20분, VM 실습 25분, 결과 정리 5분으로 진행합니다."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Jenkins에서 minikube 접속하기]</a:t>
            </a:r>
          </a:p>
          <a:p/>
          <a:p>
            <a:r>
              <a:t>"먼저 오늘 가장 까다로운 부분부터 짚고 넘어가겠습니다."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[왜 kubectl을 바로 실행하면 안 될까]</a:t>
            </a:r>
          </a:p>
          <a:p/>
          <a:p>
            <a:r>
              <a:t>"직관적으로 생각하면, Jenkinsfile의 Deploy 단계에 그냥 `kubectl set image ...`를 넣으면 될 것</a:t>
            </a:r>
          </a:p>
          <a:p>
            <a:r>
              <a:t>같죠? 그런데 실제로 해보면 안 됩니다.</a:t>
            </a:r>
          </a:p>
          <a:p/>
          <a:p>
            <a:r>
              <a:t>**(원인 설명)** Jenkins는 Docker 컨테이너로 떠 있고, minikube도 별도의 Docker 컨테이너로 떠</a:t>
            </a:r>
          </a:p>
          <a:p>
            <a:r>
              <a:t>있습니다. Jenkinsfile에서 kubectl을 곧바로 실행하면, 네트워크상 minikube 클러스터에 접속이 안</a:t>
            </a:r>
          </a:p>
          <a:p>
            <a:r>
              <a:t>됩니다. 별도 Docker 네트워크와 IP 충돌 문제 때문인데, 이건 이미 검증된 결과입니다.</a:t>
            </a:r>
          </a:p>
          <a:p/>
          <a:p>
            <a:r>
              <a:t>**(해결 방법 제시)** 그래서 우리는 다른 경로를 씁니다 — 11주차에 Jenkins를 설치할 때 마운트했던</a:t>
            </a:r>
          </a:p>
          <a:p>
            <a:r>
              <a:t>`docker.sock`을 이용해서, minikube 컨테이너 **'안'**에 이미 들어있는 kubectl을 그대로 실행하는</a:t>
            </a:r>
          </a:p>
          <a:p>
            <a:r>
              <a:t>방식이에요."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(연결)]</a:t>
            </a:r>
          </a:p>
          <a:p/>
          <a:p>
            <a:r>
              <a:t>"이 방식을 조금 더 자세히 그림으로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 exec 우회 방식]</a:t>
            </a:r>
          </a:p>
          <a:p/>
          <a:p>
            <a:r>
              <a:t>"화면의 그림을 보시면, Jenkins가 minikube에 직접 접속하는 대신, `docker exec`로 minikube 컨테이너</a:t>
            </a:r>
          </a:p>
          <a:p>
            <a:r>
              <a:t>**안에서** 명령을 실행합니다.</a:t>
            </a:r>
          </a:p>
          <a:p/>
          <a:p>
            <a:r>
              <a:t>**(핵심 이해)** minikube 컨테이너 내부에는 이미 kubectl과 클러스터 인증 정보(`admin.conf`)가 전부</a:t>
            </a:r>
          </a:p>
          <a:p>
            <a:r>
              <a:t>들어있습니다. 이 경로를 그대로 활용하면, 네트워크로 직접 연결할 필요 없이도 배포 명령을 실행할 수</a:t>
            </a:r>
          </a:p>
          <a:p>
            <a:r>
              <a:t>있는 거예요.</a:t>
            </a:r>
          </a:p>
          <a:p/>
          <a:p>
            <a:r>
              <a:t>**(11주차 연결)** 기억나시나요? 11주차에 `docker.sock`을 마운트하는 이유를 배우면서 '13주차에</a:t>
            </a:r>
          </a:p>
          <a:p>
            <a:r>
              <a:t>이걸 쓸 거예요'라고 예고했었죠. 바로 지금이 그 순간입니다."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Jenkinsfile 완성하기]</a:t>
            </a:r>
          </a:p>
          <a:p/>
          <a:p>
            <a:r>
              <a:t>"이제 실제 Jenkinsfile을 네 단계로 완성해보겠습니다."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[Build &amp; Push 단계 (12주차 문법 재사용)]</a:t>
            </a:r>
          </a:p>
          <a:p/>
          <a:p>
            <a:r>
              <a:t>"Build와 Push 단계는 12주차에 배운 문법과 거의 똑같습니다.</a:t>
            </a:r>
          </a:p>
          <a:p/>
          <a:p>
            <a:r>
              <a:t>```groovy</a:t>
            </a:r>
          </a:p>
          <a:p>
            <a:r>
              <a:t>stage("Build") {</a:t>
            </a:r>
          </a:p>
          <a:p>
            <a:r>
              <a:t>  steps { sh "docker build -t {id}/chatbot:${BUILD_NUMBER} ." }</a:t>
            </a:r>
          </a:p>
          <a:p>
            <a:r>
              <a:t>}</a:t>
            </a:r>
          </a:p>
          <a:p>
            <a:r>
              <a:t>stage("Push") {</a:t>
            </a:r>
          </a:p>
          <a:p>
            <a:r>
              <a:t>  steps {</a:t>
            </a:r>
          </a:p>
          <a:p>
            <a:r>
              <a:t>    withCredentials([usernamePassword(credentialsId:"dockerhub-cred",</a:t>
            </a:r>
          </a:p>
          <a:p>
            <a:r>
              <a:t>      usernameVariable:"USER", passwordVariable:"PASS")]) {</a:t>
            </a:r>
          </a:p>
          <a:p>
            <a:r>
              <a:t>      sh "echo $PASS | docker login -u $USER --password-stdin"</a:t>
            </a:r>
          </a:p>
          <a:p>
            <a:r>
              <a:t>      sh "docker push {id}/chatbot:${BUILD_NUMBER}"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`${BUILD_NUMBER}`로 이미지에 버전 태그를 붙이고, `withCredentials`로 Docker Hub 비밀번호를</a:t>
            </a:r>
          </a:p>
          <a:p>
            <a:r>
              <a:t>안전하게 사용합니다."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[Deploy 단계 (docker exec 방식, 검증 완료)]</a:t>
            </a:r>
          </a:p>
          <a:p/>
          <a:p>
            <a:r>
              <a:t>"이제 오늘의 핵심, Deploy 단계입니다.</a:t>
            </a:r>
          </a:p>
          <a:p/>
          <a:p>
            <a:r>
              <a:t>```groovy</a:t>
            </a:r>
          </a:p>
          <a:p>
            <a:r>
              <a:t>stage("Deploy") {</a:t>
            </a:r>
          </a:p>
          <a:p>
            <a:r>
              <a:t>  steps {</a:t>
            </a:r>
          </a:p>
          <a:p>
            <a:r>
              <a:t>    sh 'docker exec minikube $(docker exec minikube sh -c "ls /var/lib/minikube/binaries/*/kubectl") \</a:t>
            </a:r>
          </a:p>
          <a:p>
            <a:r>
              <a:t>        --kubeconfig=/etc/kubernetes/admin.conf \</a:t>
            </a:r>
          </a:p>
          <a:p>
            <a:r>
              <a:t>        set image deployment/chatbot web={id}/chatbot:${BUILD_NUMBER}'</a:t>
            </a:r>
          </a:p>
          <a:p>
            <a:r>
              <a:t>    sh 'docker exec minikube ... rollout status deployment/chatbot --timeout=120s'</a:t>
            </a:r>
          </a:p>
          <a:p>
            <a:r>
              <a:t>  }</a:t>
            </a:r>
          </a:p>
          <a:p>
            <a:r>
              <a:t>}</a:t>
            </a:r>
          </a:p>
          <a:p>
            <a:r>
              <a:t>```</a:t>
            </a:r>
          </a:p>
          <a:p/>
          <a:p>
            <a:r>
              <a:t>**(한 줄씩 설명)** 안쪽의 `docker exec minikube sh -c \"ls ...\"`가 먼저 실행되어서 minikube 컨테이너</a:t>
            </a:r>
          </a:p>
          <a:p>
            <a:r>
              <a:t>안의 kubectl 실제 경로를 찾아냅니다. 그 경로로 `--kubeconfig=/etc/kubernetes/admin.conf` 옵션을</a:t>
            </a:r>
          </a:p>
          <a:p>
            <a:r>
              <a:t>주고 `set image` 명령을 실행해서, Deployment의 이미지를 방금 Push한 새 버전으로 교체합니다.</a:t>
            </a:r>
          </a:p>
          <a:p>
            <a:r>
              <a:t>`rollout status`는 이 교체(Rolling Update)가 끝날 때까지 기다리는 명령입니다.</a:t>
            </a:r>
          </a:p>
          <a:p/>
          <a:p>
            <a:r>
              <a:t>**(복잡함 인정 + 안심시키기)** 명령어가 길고 복잡해 보이죠? 템플릿 코드를 그대로 복사해서 `{id}`</a:t>
            </a:r>
          </a:p>
          <a:p>
            <a:r>
              <a:t>부분만 본인 Docker Hub 아이디로 바꾸면 되니, 너무 부담 갖지 않으셔도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[Credential 등록 먼저 하기]</a:t>
            </a:r>
          </a:p>
          <a:p/>
          <a:p>
            <a:r>
              <a:t>"오늘 실습을 시작하기 전에 꼭 먼저 해야 할 게 있습니다. Jenkins 관리 화면의 **Credentials**</a:t>
            </a:r>
          </a:p>
          <a:p>
            <a:r>
              <a:t>메뉴에서, Docker Hub 아이디와 비밀번호를 `dockerhub-cred`라는 ID로 등록해두세요.</a:t>
            </a:r>
          </a:p>
          <a:p/>
          <a:p>
            <a:r>
              <a:t>**(12주차 연결 재확인)** 12주차에 배운 `withCredentials`를 쓰는 이유가 바로 이겁니다 — Jenkinsfile</a:t>
            </a:r>
          </a:p>
          <a:p>
            <a:r>
              <a:t>코드 안에는 비밀번호가 절대 그대로 적히지 않고, Jenkins가 안전하게 저장해둔 값을 실행 시점에만</a:t>
            </a:r>
          </a:p>
          <a:p>
            <a:r>
              <a:t>주입해줍니다."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실습 — 파이프라인 구축]</a:t>
            </a:r>
          </a:p>
          <a:p/>
          <a:p>
            <a:r>
              <a:t>"자, 직접 만들어보겠습니다.</a:t>
            </a:r>
          </a:p>
          <a:p/>
          <a:p>
            <a:r>
              <a:t>먼저 챗봇 프로젝트(`app.py`, `Dockerfile`, `deployment.yaml`)를 GitHub 저장소에 push하세요.</a:t>
            </a:r>
          </a:p>
          <a:p>
            <a:r>
              <a:t>`kubectl apply`로 minikube에 `chatbot` Deployment를 최초 1회 배포해두세요.</a:t>
            </a:r>
          </a:p>
          <a:p/>
          <a:p>
            <a:r>
              <a:t>Jenkins에 `dockerhub-cred`를 등록한 뒤, Checkout+Build+Push+Deploy 4단계가 모두 담긴 Jenkinsfile로</a:t>
            </a:r>
          </a:p>
          <a:p>
            <a:r>
              <a:t>Pipeline Job을 만드세요.</a:t>
            </a:r>
          </a:p>
          <a:p/>
          <a:p>
            <a:r>
              <a:t>Build Now로 첫 수동 실행을 해보고, 4단계 모두 성공(초록색)하는지 확인하세요.</a:t>
            </a:r>
          </a:p>
          <a:p/>
          <a:p>
            <a:r>
              <a:t>**(화면 공유해 실제로 시연)** 제가 먼저 전체 과정을 처음부터 끝까지 보여드릴게요."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[결과 정리 및 제출]</a:t>
            </a:r>
          </a:p>
          <a:p/>
          <a:p>
            <a:r>
              <a:t>"오늘의 결과물은 이렇습니다.</a:t>
            </a:r>
          </a:p>
          <a:p/>
          <a:p>
            <a:r>
              <a:t>Stage View에서 Checkout·Build·Push·Deploy 4단계가 전부 성공한 화면을 캡처하세요. `kubectl get</a:t>
            </a:r>
          </a:p>
          <a:p>
            <a:r>
              <a:t>pods`로 chatbot Pod가 새 이미지로 교체된 걸 확인해서 캡처하세요.</a:t>
            </a:r>
          </a:p>
          <a:p/>
          <a:p>
            <a:r>
              <a:t>**(트러블슈팅 대비)** 그리고 오늘 막혔던 부분이 있다면 무엇이었고 어떻게 해결했는지 간단히</a:t>
            </a:r>
          </a:p>
          <a:p>
            <a:r>
              <a:t>기록해두세요. 다음 3차시 트러블슈팅 시간에 서로 도움이 될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**Jenkins 컨테이너에서 minikube로 직접 네트워크 연결이 안 되므로, docker exec로 minikube</a:t>
            </a:r>
          </a:p>
          <a:p>
            <a:r>
              <a:t>내부 kubectl을 실행한다.**</a:t>
            </a:r>
          </a:p>
          <a:p>
            <a:r>
              <a:t>둘째, **Checkout → Build → Push → Deploy 네 단계로 Git부터 K8s까지 이어지는 파이프라인을</a:t>
            </a:r>
          </a:p>
          <a:p>
            <a:r>
              <a:t>완성했다.**</a:t>
            </a:r>
          </a:p>
          <a:p/>
          <a:p>
            <a:r>
              <a:t>다음 3차시에서는 실제로 코드를 수정하고 git push해서, Poll SCM으로 전체 파이프라인이 자동으로</a:t>
            </a:r>
          </a:p>
          <a:p>
            <a:r>
              <a:t>끝까지 실행되는지 End-to-End 테스트하고 트러블슈팅합니다.</a:t>
            </a:r>
          </a:p>
          <a:p/>
          <a:p>
            <a:r>
              <a:t>오늘 수업은 여기까지입니다. 결과 캡처 모두 제출해주시고, 궁금한 점은 LMS Q&amp;A 게시판에</a:t>
            </a:r>
          </a:p>
          <a:p>
            <a:r>
              <a:t>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"docker exec 명령이 너무 길고 어려워요" | 이 명령어는 그대로 복사해서 `{id}` 부분만 바꾸면 되는 '템플릿'입니다. 원리(11주차 docker.sock + minikube 내부 kubectl)만 이해하면 되고, 명령어 자체를 암기할 필요는 없다고 안심시켜 주세요. |</a:t>
            </a:r>
          </a:p>
          <a:p>
            <a:r>
              <a:t>| "kubectl 경로가 버전마다 다른가요?" | 네, `/var/lib/minikube/binaries/{버전}/kubectl`처럼 minikube 버전에 따라 경로의 일부가 달라질 수 있습니다. 그래서 `$(docker exec minikube sh -c \"ls .../*/kubectl\")`처럼 와일드카드로 경로를 자동으로 찾아내는 방식을 씁니다. |</a:t>
            </a:r>
          </a:p>
          <a:p>
            <a:r>
              <a:t>| "Deploy 단계에서 오류가 나요" | 대부분 세 가지 원인입니다 — ① Deployment 이름(`chatbot`)이나 컨테이너 이름(`web`)이 실제 deployment.yaml과 다름, ② Docker Hub에 이미지가 실제로 Push됐는지, ③ minikube가 실행 중인지(`minikube status`) 순서대로 확인하도록 안내하세요.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파이프라인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Git → Jenkins(Poll SCM) → Docker Hub → K8s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Jenkinsfile에 Build·Push·Deploy 단계를 모두 작성한다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Jenkins 컨테이너에서 minikube에 접속하는 특수한 방법(docker exec)을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전체 파이프라인을 Job에 연결하고 Poll SCM까지 적용한다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 (Killercoda 없음)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824" y="1730959"/>
            <a:ext cx="2665475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59651" y="1730959"/>
            <a:ext cx="2665476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33472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33472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78507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3100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3100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Jenkinsfile 전체 구조+연결 원리</a:t>
            </a:r>
          </a:p>
        </p:txBody>
      </p:sp>
      <p:sp>
        <p:nvSpPr>
          <p:cNvPr id="13" name="Oval 12"/>
          <p:cNvSpPr/>
          <p:nvPr/>
        </p:nvSpPr>
        <p:spPr>
          <a:xfrm>
            <a:off x="582929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29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74336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8927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실습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7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파이프라인 구축</a:t>
            </a:r>
          </a:p>
        </p:txBody>
      </p:sp>
      <p:sp>
        <p:nvSpPr>
          <p:cNvPr id="18" name="Oval 17"/>
          <p:cNvSpPr/>
          <p:nvPr/>
        </p:nvSpPr>
        <p:spPr>
          <a:xfrm>
            <a:off x="9025128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70163" y="2304288"/>
            <a:ext cx="22402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4755" y="2487168"/>
            <a:ext cx="191109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정리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4755" y="3081528"/>
            <a:ext cx="1911096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제출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Jenkins에서 minikube 접속하기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겉보기엔 간단하지만, 함정이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연결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kubectl을 바로 실행하면 안 될까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Jenkins는 Docker 컨테이너로 떠 있음 — minikube도 별도의 Docker 컨테이너로 떠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Jenkinsfile에서 kubectl을 곧바로 실행하면, 네트워크상 minikube 클러스터에 접속이 안 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(별도 Docker 네트워크, IP 충돌 등으로 직접 연결이 막힘 — 검증된 결과)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💡  해결 방법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Jenkins에 이미 마운트된 docker.sock을 이용해, minikube 컨테이너 '안'의 kubectl을 그대로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연결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exec 우회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Jenkins가 직접 minikube에 접속하는 대신, docker exec로 minikube 컨테이너 '안에서' 명령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minikube 컨테이너 내부에는 이미 kubectl과 admin.conf(클러스터 인증 정보)가 들어있음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경로를 그대로 활용하면 네트워크 연결 없이도 배포 명령을 실행할 수 있음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11주차 docker.sock 연결의 실전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 컨테이너 → docker exec minikube ... → minikube 컨테이너 내부 kubectl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07 / 14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Jenkinsfile 완성하기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Checkout·Build·Push·Deploy 네 단계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Build &amp; Push 단계 (12주차 문법 재사용)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stage("Build")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steps { sh "docker build -t {id}/chatbot:${BUILD_NUMBER} ."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stage("Push")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steps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withCredentials([usernamePassword(credentialsId:"dockerhub-cred",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usernameVariable:"USER", passwordVariable:"PASS")])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sh "echo $PASS | docker login -u $USER --password-stdin"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sh "docker push {id}/chatbot:${BUILD_NUMBER}"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Deploy 단계 (docker exec 방식, 검증 완료)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stage("Deploy")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steps {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sh 'docker exec minikube $(docker exec minikube sh -c "ls /var/lib/minikube/binaries/*/kubectl") \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  --kubeconfig=/etc/kubernetes/admin.conf \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    set image deployment/chatbot web={id}/chatbot:${BUILD_NUMBER}'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  sh 'docker exec minikube ... rollout status deployment/chatbot --timeout=120s'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 }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Jenkinsfile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Credential 등록 먼저 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 관리 → Credentials → Docker Hub 아이디·비밀번호를 'dockerhub-cred'라는 ID로 등록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Jenkinsfile 코드 안에는 비밀번호가 절대 그대로 적히지 않음 — withCredentials가 안전하게 주입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12주차에 배운 개념이 오늘 실제로 왜 필요했는지 확인하는 순간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실습 — 파이프라인 구축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챗봇 프로젝트(app.py, Dockerfile, deployment.yaml)를 GitHub 저장소에 push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minikube에 chatbot Deployment 최초 1회 kubectl apply로 배포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Jenkins에 dockerhub-cred 등록 후, Checkout+Build+Push+Deploy 4단계 Jenkinsfile로 Pipeline Job 생성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Build Now로 첫 수동 실행 → 4단계 모두 성공(초록색)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11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정리 및 제출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Stage View에서 Checkout·Build·Push·Deploy 4단계가 전부 성공한 화면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kubectl get pods로 chatbot Pod가 새 이미지로 교체된 것 확인 캡처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오늘 막혔던 부분이 있다면 무엇이었고 어떻게 해결했는지 간단히 기록(다음 3차시에 유용)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13주차 2차시 [VM 전용]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12 / 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Jenkins 컨테이너에서 minikube로 직접 네트워크 연결이 안 되므로, docker exec로 minikube 내부 kubectl을 실행한다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Checkout → Build → Push → Deploy 네 단계로 Git부터 K8s까지 이어지는 파이프라인을 완성했다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실제로 코드를 수정하고 git push해서, Poll SCM으로 전체 파이프라인이 자동으로 끝까지 실행되는지 End-to-End 테스트하고 트러블슈팅합니다.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