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 → Jenkins(Poll SCM) → Docker Hub → K8s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1.  Jenkinsfile에 Build·Push·Deploy 단계를 모두 작성한다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2.  Jenkins 컨테이너에서 minikube에 접속하는 특수한 방법(docker exec)을 이해한다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3.  전체 파이프라인을 Job에 연결하고 Poll SCM까지 적용한다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13주차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4228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4228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1388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1388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Jenkinsfile 전체 구조+연결 원리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0550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56632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6632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VM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파이프라인 구축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2954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903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903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619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결과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19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Jenkins에서 minikube 접속하기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겉보기엔 간단하지만, 함정이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연결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왜 kubectl을 바로 실행하면 안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Jenkins는 Docker 컨테이너로 떠 있음 — minikube도 별도의 Docker 컨테이너로 떠 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Jenkinsfile에서 kubectl을 곧바로 실행하면, 네트워크상 minikube 클러스터에 접속이 안 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(별도 Docker 네트워크, IP 충돌 등으로 직접 연결이 막힘 — 검증된 결과)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해결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Jenkins에 이미 마운트된 docker.sock을 이용해, minikube 컨테이너 '안'의 kubectl을 그대로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연결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exec 우회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직접 minikube에 접속하는 대신, docker exec로 minikube 컨테이너 '안에서' 명령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minikube 컨테이너 내부에는 이미 kubectl과 admin.conf(클러스터 인증 정보)가 들어있음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 경로를 그대로 활용하면 네트워크 연결 없이도 배포 명령을 실행할 수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11주차 docker.sock 연결의 실전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 컨테이너 → docker exec minikube ... → minikube 컨테이너 내부 kubectl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Jenkinsfile 완성하기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Checkout·Build·Push·Deploy 네 단계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Build &amp; Push 단계 (12주차 문법 재사용)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stage("Build")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steps { sh "docker build -t {id}/chatbot:${BUILD_NUMBER} ."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stage("Push")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steps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withCredentials([usernamePassword(credentialsId:"dockerhub-cred",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usernameVariable:"USER", passwordVariable:"PASS")])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sh "echo $PASS | docker login -u $USER --password-stdin"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sh "docker push {id}/chatbot:${BUILD_NUMBER}"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Deploy 단계 (docker exec 방식, 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stage("Deploy")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steps {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sh 'docker exec minikube $(docker exec minikube sh -c "ls /var/lib/minikube/binaries/*/kubectl") \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  --kubeconfig=/etc/kubernetes/admin.conf \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    set image deployment/chatbot web={id}/chatbot:${BUILD_NUMBER}'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  sh 'docker exec minikube ... rollout status deployment/chatbot --timeout=120s'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0">
                <a:solidFill>
                  <a:srgbClr val="222733"/>
                </a:solidFill>
                <a:latin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Credential 등록 먼저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관리 → Credentials → Docker Hub 아이디·비밀번호를 'dockerhub-cred'라는 ID로 등록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Jenkinsfile 코드 안에는 비밀번호가 절대 그대로 적히지 않음 — withCredentials가 안전하게 주입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12주차에 배운 개념이 오늘 실제로 왜 필요했는지 확인하는 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챗봇 프로젝트(app.py, Dockerfile, deployment.yaml)를 GitHub 저장소에 push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minikube에 chatbot Deployment 최초 1회 kubectl apply로 배포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Jenkins에 dockerhub-cred 등록 후, Checkout+Build+Push+Deploy 4단계 Jenkinsfile로 Pipeline Job 생성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Build Now로 첫 수동 실행 → 4단계 모두 성공(초록색)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Stage View에서 Checkout·Build·Push·Deploy 4단계가 전부 성공한 화면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pods로 chatbot Pod가 새 이미지로 교체된 것 확인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 막혔던 부분이 있다면 무엇이었고 어떻게 해결했는지 간단히 기록(다음 3차시에 유용)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 컨테이너에서 minikube로 직접 네트워크 연결이 안 되므로, docker exec로 minikube 내부 kubectl을 실행한다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Checkout → Build → Push → Deploy 네 단계로 Git부터 K8s까지 이어지는 파이프라인을 완성했다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실제로 코드를 수정하고 git push해서, Poll SCM으로 전체 파이프라인이 자동으로 끝까지 실행되는지 End-to-End 테스트하고 트러블슈팅합니다.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