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"10주차 2차시를 시작하겠습니다.</a:t>
            </a:r>
          </a:p>
          <a:p/>
          <a:p>
            <a:r>
              <a:t>지난 시간에 Terraform Cloud가 무엇을 대신 해주는지 개념으로 배웠는데요, 오늘은 실제로 계정을</a:t>
            </a:r>
          </a:p>
          <a:p>
            <a:r>
              <a:t>만들고, State가 저장될 워크스페이스를 직접 생성해보겠습니다."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Terraform Cloud 계정과 조직을 생성하고,</a:t>
            </a:r>
          </a:p>
          <a:p>
            <a:r>
              <a:t>둘째, 워크스페이스의 역할을 이해하고 직접 만들고,</a:t>
            </a:r>
          </a:p>
          <a:p>
            <a:r>
              <a:t>셋째, terraform login으로 CLI와 계정을 연동합니다."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"오늘은 계정 가입 절차가 있어서, 개념 설명 시간 안에 가입 안내를 포함해서 진행하겠습니다. 그다음</a:t>
            </a:r>
          </a:p>
          <a:p>
            <a:r>
              <a:t>15분 Killercoda, 5분 VM 안내, 5분 제출은 평소와 같습니다."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0 섹션 표지 — 계정 준비]</a:t>
            </a:r>
          </a:p>
          <a:p/>
          <a:p>
            <a:r>
              <a:t>"먼저 Terraform Cloud 계정부터 만들어보겠습니다."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[Terraform Cloud 가입 단계]</a:t>
            </a:r>
          </a:p>
          <a:p/>
          <a:p>
            <a:r>
              <a:t>"가입 순서는 이렇습니다.</a:t>
            </a:r>
          </a:p>
          <a:p/>
          <a:p>
            <a:r>
              <a:t>① `app.terraform.io`에 접속해서 이메일로 회원가입하거나, GitHub 계정으로 가입할 수 있습니다.</a:t>
            </a:r>
          </a:p>
          <a:p>
            <a:r>
              <a:t>② 이메일로 가입했다면 인증 메일을 확인해서 이메일 인증을 완료합니다.</a:t>
            </a:r>
          </a:p>
          <a:p>
            <a:r>
              <a:t>③ 조직(Organization) 이름을 설정합니다. 개인 실습용이니 본인이 원하는 이름으로 만들면 됩니다.</a:t>
            </a:r>
          </a:p>
          <a:p>
            <a:r>
              <a:t>④ 워크스페이스 생성 화면까지 진행되면 가입이 완료된 겁니다.</a:t>
            </a:r>
          </a:p>
          <a:p/>
          <a:p>
            <a:r>
              <a:t>**(같이 진행)** 자, 그럼 지금부터 저와 함께 순서대로 진행해보겠습니다."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[가입 중 자주 막히는 부분]</a:t>
            </a:r>
          </a:p>
          <a:p/>
          <a:p>
            <a:r>
              <a:t>"가입하면서 자주 막히는 부분을 미리 안내해드릴게요.</a:t>
            </a:r>
          </a:p>
          <a:p/>
          <a:p>
            <a:r>
              <a:t>이메일 인증 메일이 안 온다면 스팸함을 먼저 확인해보세요. 조직 이름은 Terraform Cloud 전역에서</a:t>
            </a:r>
          </a:p>
          <a:p>
            <a:r>
              <a:t>고유해야 하므로, 너무 흔한 이름은 이미 사용 중일 수 있습니다. 본인 이름이나 학번을 조합해서 만들면</a:t>
            </a:r>
          </a:p>
          <a:p>
            <a:r>
              <a:t>충돌 가능성이 낮습니다.</a:t>
            </a:r>
          </a:p>
          <a:p/>
          <a:p>
            <a:r>
              <a:t>**(추천)** 가능하면 GitHub 계정으로 가입하는 걸 추천합니다. 다음 3차시에 GitHub 연동을 하게 되는데,</a:t>
            </a:r>
          </a:p>
          <a:p>
            <a:r>
              <a:t>GitHub 계정으로 가입하면 그 과정이 훨씬 수월해집니다."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워크스페이스란?]</a:t>
            </a:r>
          </a:p>
          <a:p/>
          <a:p>
            <a:r>
              <a:t>"계정을 만들었으니, 이제 워크스페이스가 뭔지 살펴보겠습니다."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[Workspace의 역할]</a:t>
            </a:r>
          </a:p>
          <a:p/>
          <a:p>
            <a:r>
              <a:t>"**워크스페이스**는 하나의 인프라 단위를 관리하는 작업 공간입니다. 그 안에 State, 변수, 실행</a:t>
            </a:r>
          </a:p>
          <a:p>
            <a:r>
              <a:t>이력(Runs)이 함께 관리됩니다.</a:t>
            </a:r>
          </a:p>
          <a:p/>
          <a:p>
            <a:r>
              <a:t>**(구조 설명)** 화면의 그림을 보시면, 조직(Organization) 아래에 워크스페이스가 있고, 그 워크스페이스</a:t>
            </a:r>
          </a:p>
          <a:p>
            <a:r>
              <a:t>안에 State와 변수, 실행 이력이 들어있습니다. 코드(main.tf)를 어느 워크스페이스와 연결하느냐에 따라</a:t>
            </a:r>
          </a:p>
          <a:p>
            <a:r>
              <a:t>State가 저장되는 곳이 정해집니다.</a:t>
            </a:r>
          </a:p>
          <a:p/>
          <a:p>
            <a:r>
              <a:t>오늘은 `cloud-lab`이라는 이름으로 워크스페이스를 하나 만들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[terraform login — CLI와 계정 연동]</a:t>
            </a:r>
          </a:p>
          <a:p/>
          <a:p>
            <a:r>
              <a:t>"이제 VM 터미널에서 Terraform Cloud 계정을 사용할 수 있도록 연동해야 합니다.</a:t>
            </a:r>
          </a:p>
          <a:p/>
          <a:p>
            <a:r>
              <a:t>`terraform login` 명령을 실행하면 브라우저가 열리면서 토큰 인증이 진행됩니다. 발급된 토큰은 VM</a:t>
            </a:r>
          </a:p>
          <a:p>
            <a:r>
              <a:t>로컬에 자동으로 저장되고, 이후 `terraform` 명령을 실행하면 자동으로 내 계정으로 인증됩니다.</a:t>
            </a:r>
          </a:p>
          <a:p/>
          <a:p>
            <a:r>
              <a:t>**(보안 강조)** 이 토큰은 비밀번호와 같은 역할을 합니다. 다른 사람과 공유하거나, 코드에 그대로</a:t>
            </a:r>
          </a:p>
          <a:p>
            <a:r>
              <a:t>남기지 않도록 주의하세요."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[main.tf의 cloud 블록]</a:t>
            </a:r>
          </a:p>
          <a:p/>
          <a:p>
            <a:r>
              <a:t>"워크스페이스를 코드와 연결하려면 main.tf에 `cloud` 블록을 추가합니다.</a:t>
            </a:r>
          </a:p>
          <a:p/>
          <a:p>
            <a:r>
              <a:t>```hcl</a:t>
            </a:r>
          </a:p>
          <a:p>
            <a:r>
              <a:t>terraform {</a:t>
            </a:r>
          </a:p>
          <a:p>
            <a:r>
              <a:t>  cloud {</a:t>
            </a:r>
          </a:p>
          <a:p>
            <a:r>
              <a:t>    organization = "my-org"</a:t>
            </a:r>
          </a:p>
          <a:p>
            <a:r>
              <a:t>    workspaces { name = "cloud-lab"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**(핵심 설명)** 이 블록이 있으면, `terraform init`을 실행할 때 State가 로컬이 아니라 지정한</a:t>
            </a:r>
          </a:p>
          <a:p>
            <a:r>
              <a:t>워크스페이스(`organization`과 `workspaces.name`으로 지정한 곳)에 저장됩니다. `organization`</a:t>
            </a:r>
          </a:p>
          <a:p>
            <a:r>
              <a:t>자리에는 여러분이 만든 실제 조직 이름을 넣어야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워크스페이스 구조 탐색]</a:t>
            </a:r>
          </a:p>
          <a:p/>
          <a:p>
            <a:r>
              <a:t>"자, 직접 해보겠습니다. 오늘은 제가 미리 만들어 둔 예시 워크스페이스 화면을 함께 살펴보겠습니다.</a:t>
            </a:r>
          </a:p>
          <a:p/>
          <a:p>
            <a:r>
              <a:t>Overview, States, Runs, Variables 탭이 각각 무엇을 보여주는지 하나씩 확인해볼 거예요. 오늘은 실제</a:t>
            </a:r>
          </a:p>
          <a:p>
            <a:r>
              <a:t>코드를 실행하기보다, 워크스페이스 UI 구조에 먼저 익숙해지는 시간입니다.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계정 생성 + CLI 연동]</a:t>
            </a:r>
          </a:p>
          <a:p/>
          <a:p>
            <a:r>
              <a:t>"개인 VM에서 오늘 배운 과정을 그대로 진행합니다.</a:t>
            </a:r>
          </a:p>
          <a:p/>
          <a:p>
            <a:r>
              <a:t>Terraform Cloud 계정·조직·워크스페이스(`cloud-lab`)를 생성하고, VM 터미널에서 `terraform login`을</a:t>
            </a:r>
          </a:p>
          <a:p>
            <a:r>
              <a:t>실행해 브라우저 인증까지 완료하세요.</a:t>
            </a:r>
          </a:p>
          <a:p/>
          <a:p>
            <a:r>
              <a:t>main.tf에 `cloud` 블록(조직명·워크스페이스명)을 작성하되, **오늘은 아직 apply는 하지 마세요** —</a:t>
            </a:r>
          </a:p>
          <a:p>
            <a:r>
              <a:t>다음 3차시에 GitHub 연동과 함께 진행합니다.</a:t>
            </a:r>
          </a:p>
          <a:p/>
          <a:p>
            <a:r>
              <a:t>워크스페이스 생성 화면을 캡처해서 제출하시면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**워크스페이스는 하나의 인프라 단위(State+변수+실행이력)를 관리하는 Terraform Cloud의 작업</a:t>
            </a:r>
          </a:p>
          <a:p>
            <a:r>
              <a:t>공간이다.**</a:t>
            </a:r>
          </a:p>
          <a:p>
            <a:r>
              <a:t>둘째, **terraform login으로 CLI와 계정을 연동하고, main.tf의 cloud 블록으로 State 저장 위치를</a:t>
            </a:r>
          </a:p>
          <a:p>
            <a:r>
              <a:t>지정한다.**"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오늘 만든 워크스페이스를 GitHub 저장소와 연결하고, `random_pet` 리소스로 실제</a:t>
            </a:r>
          </a:p>
          <a:p>
            <a:r>
              <a:t>원격 실행(apply)까지 확인해보겠습니다.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"조직 이름을 나중에 바꿀 수 있나요?" | 가능하지만 번거로울 수 있습니다. 처음부터 학번이나 본인 이름을 조합한 고유한 이름으로 만드는 걸 추천하세요. |</a:t>
            </a:r>
          </a:p>
          <a:p>
            <a:r>
              <a:t>| "terraform login이 브라우저를 못 열어요(원격 터미널 환경 등)" | 브라우저가 자동으로 안 열리면, 터미널에 출력되는 URL을 복사해서 직접 브라우저 주소창에 붙여넣고 접속하면 됩니다. |</a:t>
            </a:r>
          </a:p>
          <a:p>
            <a:r>
              <a:t>| "워크스페이스를 여러 개 만들어도 되나요?" | 네, 프로젝트별로 워크스페이스를 나눠서 관리하는 게 일반적입니다. 이번 실습에서는 `cloud-lab` 하나만 사용합니다.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Terraform Cloud 계정·워크스페이스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가입부터 워크스페이스 연결까지 단계별로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Terraform Cloud 계정과 조직(Organization)을 생성한다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워크스페이스(Workspace)의 역할을 이해하고 직접 만든다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terraform login으로 CLI와 계정을 연동한다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계정 준비+워크스페이스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워크스페이스 구조 탐색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계정 생성+연동 실습 안내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3주차 이후 세 번째 외부 서비스 가입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Cloud 가입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① app.terraform.io 접속 → 이메일로 회원가입(또는 GitHub 계정으로 가입 가능)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② 이메일 인증 완료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③ 조직(Organization) 이름 설정 — 개인 실습용이니 본인이 원하는 이름으로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④ 워크스페이스 생성 화면까지 진행되면 가입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가입 중 자주 막히는 부분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이메일 인증 메일이 안 오면 스팸함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조직 이름은 전역에서 고유해야 하므로, 흔한 이름은 이미 사용 중일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GitHub 계정으로 가입하면 이후 VCS 연동(3차시)이 더 간편해짐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가능하면 GitHub 계정으로 가입하세요 — 3차시 GitHub 연동이 훨씬 수월해집니다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워크스페이스란?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Terraform Cloud에서 State가 사는 '공간'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Workspace의 역할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워크스페이스 = 하나의 인프라 단위(State + 변수 + 실행 이력)를 관리하는 작업 공간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코드(main.tf)를 어느 워크스페이스와 연결하느냐에 따라 State가 저장되는 곳이 정해짐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오늘은 cloud-lab이라는 이름으로 워크스페이스를 하나 만듭니다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조직과 워크스페이스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조직(Organization)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└ 워크스페이스: cloud-lab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    └ State + 변수 + Runs 이력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login — CLI와 계정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login 명령을 실행하면 브라우저가 열리며 토큰 인증 진행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발급된 토큰은 VM 로컬에 자동 저장되어, 이후 terraform 명령이 내 계정으로 실행됨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 토큰은 비밀번호와 같으니 다른 사람과 공유하거나 코드에 남기지 않기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워크스페이스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main.tf의 cloud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{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  cloud {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    organization = "my-org"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    workspaces { name = "cloud-lab" }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→ 이 블록이 있으면 State가 로컬이 아니라 지정한 워크스페이스에 저장됨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워크스페이스 구조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교수자가 미리 만들어 둔 예시 워크스페이스 화면을 함께 살펴봄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Overview / States / Runs / Variables 탭이 각각 무엇을 보여주는지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실제 코드 실행 없이, 워크스페이스 UI 구조에 먼저 익숙해지는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계정 생성 + CLI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VM에서 Terraform Cloud 계정·조직·워크스페이스(cloud-lab) 생성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VM 터미널에서 terraform login 실행 후 브라우저 인증 완료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main.tf에 cloud 블록(조직명·워크스페이스명) 작성 — 아직 apply는 하지 않음(3차시에 진행)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워크스페이스 생성 화면 캡처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워크스페이스는 하나의 인프라 단위(State+변수+실행이력)를 관리하는 Terraform Cloud의 작업 공간이다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 login으로 CLI와 Terraform Cloud 계정을 연동하고, main.tf의 cloud 블록으로 State 저장 위치를 지정한다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10주차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워크스페이스를 GitHub 저장소와 연결하고, random_pet 리소스로 실제 원격 실행(apply)까지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