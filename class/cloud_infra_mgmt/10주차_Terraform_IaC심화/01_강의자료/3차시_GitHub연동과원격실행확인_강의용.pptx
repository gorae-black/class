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GitHub 연동과 원격 실행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random_pet으로 하이브리드 GitOps 완성하기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1.  왜 9주차 예제(docker_container) 대신 random_pet을 쓰는지 이해한다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2.  워크스페이스에서 원격 apply를 실행하고 결과를 확인한다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3.  Terraform Cloud UI의 Runs 탭에서 실행 이력을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원격 실행 결과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실제 원격 apply 실습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9~10주 통합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random_pet을 쓰는가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로컬 인프라에 의존하지 않는 예제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예제 선택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9주차 예제를 그대로 쓰면 생기는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9주차 docker_container 예제를 그대로 원격 실행하면 Docker 데몬에 접근할 수 없어 오류가 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"Cannot connect to the Docker daemon" — Terraform Cloud 서버는 학생 VM의 로컬 자원에 접근 불가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그래서 오늘은 로컬 인프라에 전혀 의존하지 않는 random Provider를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🧩  random_pet 리소스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실제 인프라를 만들진 않지만, 무작위 이름을 생성해 원격 실행이 되는지 검증하기에 딱 맞는 예제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GitHub 연동과 원격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코드 → GitHub → Terraform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하이브리드 GitOps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로컬 VM에서 코드를 작성하고 GitHub 저장소에 push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Cloud 워크스페이스를 그 GitHub 저장소와 연결(VCS 연동)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push가 감지되면 Terraform Cloud가 자동으로 plan을 실행 → 확인 후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10주차 완성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로컬 VM(코드 작성) → GitHub(버전관리) → Terraform Cloud(원격 실행)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 — random_pet 예제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resource "random_pet" "lab"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length = 2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output "pet_name"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value = random_pet.lab.id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→ apply 후 terraform output으로 "grand-quail" 같은 무작위 이름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실행 흐름 재확인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— cloud 블록의 워크스페이스에 연결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 — 이 순간 실제 연산은 Terraform Cloud 서버에서 실행됨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output — 결과값(pet_name)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Cloud UI(app.terraform.io) 워크스페이스의 Runs 탭에서 방금 실행 이력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원격 실행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연동해 둔 워크스페이스에서 실제 Runs 이력을 함께 살펴봄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누가, 언제, 어떤 코드 변경으로 실행했는지 로그가 남는 것을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'원격 실행'이 실제로 무엇을 의미하는지 로그를 통해 체감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9~10주 통합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2차시에 만든 워크스페이스에 random_pet 예제 코드로 terraform apply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terraform output 결과(pet_name)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Terraform Cloud UI의 Runs 탭 화면 캡처(방금 실행한 이력이 보이는 화면)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9주차(로컬 Terraform)와 10주차(Terraform Cloud) 실습을 함께 정리해서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원격 실행은 학생 로컬 자원에 접근할 수 없으므로, random_pet처럼 로컬에 의존하지 않는 리소스로 검증한다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코드를 GitHub에 push하고 워크스페이스와 연결하면, Terraform Cloud가 자동으로 plan·apply를 원격 실행한다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11주차 — Jenkins CI/CD 서버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이번엔 인프라가 아니라 '빌드와 배포'를 자동화하는 도구, Jenkins를 배웁니다. Docker Compose로 Jenkins를 영구 설치해봅니다.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