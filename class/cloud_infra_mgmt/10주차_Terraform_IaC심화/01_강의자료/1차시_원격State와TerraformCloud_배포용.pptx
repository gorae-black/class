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10주차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원격 State와 Terraform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State 파일을 안전하게 공유하는 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1.  로컬 State 방식의 문제를 다시 정리하고 원격 State의 필요성을 이해한다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2.  Terraform Cloud가 무엇인지, 무엇을 대신 해주는지 이해한다</a:t>
            </a:r>
          </a:p>
          <a:p>
            <a:pPr>
              <a:lnSpc>
                <a:spcPct val="115000"/>
              </a:lnSpc>
            </a:pPr>
            <a:r>
              <a:rPr sz="1800" b="0">
                <a:solidFill>
                  <a:srgbClr val="222733"/>
                </a:solidFill>
                <a:latin typeface="맑은 고딕"/>
              </a:rPr>
              <a:t>3.  Terraform Cloud의 원격 실행(Remote Execution) 개념을 이해한다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10주차 1차시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TFC 파이프라인 시연 감상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다음 차시 가입 예고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1차시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로컬 State, 다시 보는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9주차 마지막 예고를 이어서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로컬 State의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혼자 쓸 땐 몰랐던 문제들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지난 주 배운 대로, State 파일은 지금까지 전부 내 VM 로컬 디스크에만 있었음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협업 문제 — 여러 사람이 같은 인프라를 다루면 서로 다른 State를 갖게 되어 충돌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보안 문제 — State 안에 비밀번호 등 민감정보가 평문 포함될 수 있음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실행 환경 문제 — 내 VM이 꺼지면 아무도 apply를 실행할 수 없음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🤔 그럼 State를 어딘가 '공용 장소'에 두면 어떨까?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바로 이 아이디어가 원격 백엔드(Remote Backend)입니다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Terraform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HashiCorp가 제공하는 원격 실행 서비스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Terraform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Terraform Cloud가 대신 해주는 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State 저장 — 여러 사람이 공유하는 안전한 원격 저장소에 State 보관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원격 실행 — plan/apply를 내 VM이 아니라 Terraform Cloud 서버에서 실행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실행 이력 — 누가 언제 무엇을 바꿨는지 Runs 탭에서 전부 기록·조회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Terraform Cloud 역할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내 VM(코드 작성) → Terraform Cloud(State 저장+원격 실행) → 실제 인프라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Terraform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원격 실행(Remote Execution)이란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apply를 실행해도, 실제 plan/apply 연산은 Terraform Cloud의 서버에서 처리됨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내 VM은 코드를 Terraform Cloud에 전달하는 역할만 하고, 실행 결과를 돌려받음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여러 명이 같은 워크스페이스에 접근해도 항상 하나의 State만 존재 — 충돌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Terraform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⚠ 오늘 꼭 기억해야 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원격 실행은 Terraform Cloud의 서버에서 이뤄지므로, 내 VM의 로컬 자원(Docker 등)에 접근할 수 없음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그래서 10주차 실습은 9주차의 docker Provider 예제를 그대로 쓸 수 없음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로컬 인프라에 의존하지 않는 리소스(random_pet)로 원격 실행의 원리만 확인할 예정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📌 검증된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실제로 docker_container를 원격 실행하면 "Cannot connect to the Docker daemon" 오류가 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Terraform Cloud 파이프라인 시연 감상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교수자가 미리 준비한 GitHub 템플릿 기반으로 Terraform Cloud 파이프라인이 동작하는 과정을 함께 관찰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GitHub push → Terraform Cloud Runs 탭에 자동으로 plan이 잡히는 흐름을 화면으로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직접 조작하기보다, 다음 차시부터 이어질 실습의 '완성된 그림'을 먼저 보는 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다음 차시 예고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오늘은 개념 위주였고, 아직 Terraform Cloud 계정을 만들지 않았습니다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다음 2차시 도입부에 계정·조직·워크스페이스 생성을 스크린샷과 함께 단계별로 안내합니다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미리 사용할 이메일 주소만 하나 정해두면 좋습니다(선택)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10주차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로컬 State는 협업·보안·실행환경 측면에서 한계가 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Terraform Cloud는 State를 원격으로 안전하게 저장하고, plan/apply도 원격 서버에서 실행해준다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10주차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Terraform Cloud 계정과 조직, 워크스페이스를 직접 만들어봅니다. 단계별 가입 가이드를 준비했습니다.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