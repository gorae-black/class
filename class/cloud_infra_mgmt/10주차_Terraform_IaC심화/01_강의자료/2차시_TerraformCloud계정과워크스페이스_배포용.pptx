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Terraform Cloud 계정·워크스페이스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가입부터 워크스페이스 연결까지 단계별로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1.  Terraform Cloud 계정과 조직(Organization)을 생성한다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2.  워크스페이스(Workspace)의 역할을 이해하고 직접 만든다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3.  terraform login으로 CLI와 계정을 연동한다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10주차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계정 준비+워크스페이스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워크스페이스 구조 탐색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계정 생성+연동 실습 안내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3주차 이후 세 번째 외부 서비스 가입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 Cloud 가입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① app.terraform.io 접속 → 이메일로 회원가입(또는 GitHub 계정으로 가입 가능)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② 이메일 인증 완료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③ 조직(Organization) 이름 설정 — 개인 실습용이니 본인이 원하는 이름으로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④ 워크스페이스 생성 화면까지 진행되면 가입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가입 중 자주 막히는 부분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이메일 인증 메일이 안 오면 스팸함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조직 이름은 전역에서 고유해야 하므로, 흔한 이름은 이미 사용 중일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GitHub 계정으로 가입하면 이후 VCS 연동(3차시)이 더 간편해짐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가능하면 GitHub 계정으로 가입하세요 — 3차시 GitHub 연동이 훨씬 수월해집니다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워크스페이스란?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Terraform Cloud에서 State가 사는 '공간'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워크스페이스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Workspace의 역할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워크스페이스 = 하나의 인프라 단위(State + 변수 + 실행 이력)를 관리하는 작업 공간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코드(main.tf)를 어느 워크스페이스와 연결하느냐에 따라 State가 저장되는 곳이 정해짐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오늘은 cloud-lab이라는 이름으로 워크스페이스를 하나 만듭니다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조직과 워크스페이스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조직(Organization)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└ 워크스페이스: cloud-lab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    └ State + 변수 + Runs 이력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워크스페이스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 login — CLI와 계정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login 명령을 실행하면 브라우저가 열리며 토큰 인증 진행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발급된 토큰은 VM 로컬에 자동 저장되어, 이후 terraform 명령이 내 계정으로 실행됨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 토큰은 비밀번호와 같으니 다른 사람과 공유하거나 코드에 남기지 않기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워크스페이스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main.tf의 cloud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terraform {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cloud {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organization = "my-org"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workspaces { name = "cloud-lab" }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}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→ 이 블록이 있으면 State가 로컬이 아니라 지정한 워크스페이스에 저장됨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워크스페이스 구조 탐색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만들어 둔 예시 워크스페이스 화면을 함께 살펴봄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Overview / States / Runs / Variables 탭이 각각 무엇을 보여주는지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실제 코드 실행 없이, 워크스페이스 UI 구조에 먼저 익숙해지는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계정 생성 + CLI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VM에서 Terraform Cloud 계정·조직·워크스페이스(cloud-lab) 생성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VM 터미널에서 terraform login 실행 후 브라우저 인증 완료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main.tf에 cloud 블록(조직명·워크스페이스명) 작성 — 아직 apply는 하지 않음(3차시에 진행)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워크스페이스 생성 화면 캡처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워크스페이스는 하나의 인프라 단위(State+변수+실행이력)를 관리하는 Terraform Cloud의 작업 공간이다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 login으로 CLI와 Terraform Cloud 계정을 연동하고, main.tf의 cloud 블록으로 State 저장 위치를 지정한다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10주차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워크스페이스를 GitHub 저장소와 연결하고, random_pet 리소스로 실제 원격 실행(apply)까지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