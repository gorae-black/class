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"10주차 마지막 시간, 3차시를 시작하겠습니다.</a:t>
            </a:r>
          </a:p>
          <a:p/>
          <a:p>
            <a:r>
              <a:t>지난 시간에 워크스페이스를 만들고 CLI 연동까지 마쳤는데요, 오늘은 실제로 GitHub과 연동하고, 처음으로</a:t>
            </a:r>
          </a:p>
          <a:p>
            <a:r>
              <a:t>Terraform Cloud에서 원격 실행(apply)까지 성공시켜보겠습니다."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왜 9주차 예제(docker_container) 대신 random_pet을 쓰는지 이해하고,</a:t>
            </a:r>
          </a:p>
          <a:p>
            <a:r>
              <a:t>둘째 — 오늘 직접 해볼 건데 — 워크스페이스에서 원격 apply를 실행하고 결과를 확인하고,</a:t>
            </a:r>
          </a:p>
          <a:p>
            <a:r>
              <a:t>셋째, Terraform Cloud UI의 Runs 탭에서 실행 이력을 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10주차 마지막이니 실습 후</a:t>
            </a:r>
          </a:p>
          <a:p>
            <a:r>
              <a:t>9~10주차 과제를 함께 정리해서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왜 random_pet을 쓰는가]</a:t>
            </a:r>
          </a:p>
          <a:p/>
          <a:p>
            <a:r>
              <a:t>"오늘 실습에 들어가기 전에, 예제 선택 이유부터 짚고 가겠습니다. 이거 놓치면 실습에서 바로 오류를</a:t>
            </a:r>
          </a:p>
          <a:p>
            <a:r>
              <a:t>만나게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[9주차 예제를 그대로 쓰면 생기는 문제]</a:t>
            </a:r>
          </a:p>
          <a:p/>
          <a:p>
            <a:r>
              <a:t>"혹시 '9주차에 썼던 docker_container 예제를 그대로 쓰면 되지 않을까?'라고 생각하신 분 있나요?</a:t>
            </a:r>
          </a:p>
          <a:p/>
          <a:p>
            <a:r>
              <a:t>**(직접 실험해서 보여주기)** 실제로 해보면 이렇게 됩니다 — 원격으로 apply를 실행하면 \"Cannot</a:t>
            </a:r>
          </a:p>
          <a:p>
            <a:r>
              <a:t>connect to the Docker daemon\"이라는 오류가 납니다.</a:t>
            </a:r>
          </a:p>
          <a:p/>
          <a:p>
            <a:r>
              <a:t>**(원인 설명)** 왜 이런 오류가 날까요? 1차시에서 배운 대로, 원격 실행은 Terraform Cloud의</a:t>
            </a:r>
          </a:p>
          <a:p>
            <a:r>
              <a:t>**서버**에서 이뤄집니다. 그런데 docker_container 리소스는 '로컬 Docker 데몬'에 접속해야 컨테이너를</a:t>
            </a:r>
          </a:p>
          <a:p>
            <a:r>
              <a:t>만들 수 있어요. Terraform Cloud 서버는 여러분의 VM Docker에 접근할 방법이 전혀 없으니, 이 오류가</a:t>
            </a:r>
          </a:p>
          <a:p>
            <a:r>
              <a:t>나는 게 당연한 겁니다.</a:t>
            </a:r>
          </a:p>
          <a:p/>
          <a:p>
            <a:r>
              <a:t>**(해결책)** 그래서 오늘은 로컬 인프라에 전혀 의존하지 않는 `random` Provider의 `random_pet`</a:t>
            </a:r>
          </a:p>
          <a:p>
            <a:r>
              <a:t>리소스를 사용합니다. 실제 인프라를 만들진 않지만, 무작위 이름을 생성하는 이 리소스가 '원격 실행이</a:t>
            </a:r>
          </a:p>
          <a:p>
            <a:r>
              <a:t>정말로 되는지' 검증하기에 딱 맞습니다."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GitHub 연동과 원격 실행]</a:t>
            </a:r>
          </a:p>
          <a:p/>
          <a:p>
            <a:r>
              <a:t>"이제 실제로 GitHub과 연동하고 원격 실행까지 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[하이브리드 GitOps 흐름]</a:t>
            </a:r>
          </a:p>
          <a:p/>
          <a:p>
            <a:r>
              <a:t>"오늘 완성할 전체 흐름은 이렇습니다.</a:t>
            </a:r>
          </a:p>
          <a:p/>
          <a:p>
            <a:r>
              <a:t>로컬 VM에서 코드를 작성하고 GitHub 저장소에 push합니다. Terraform Cloud 워크스페이스를 그 GitHub</a:t>
            </a:r>
          </a:p>
          <a:p>
            <a:r>
              <a:t>저장소와 연결(VCS 연동)해두면, push가 감지될 때마다 Terraform Cloud가 자동으로 plan을 실행하고,</a:t>
            </a:r>
          </a:p>
          <a:p>
            <a:r>
              <a:t>확인 후 apply할 수 있습니다.</a:t>
            </a:r>
          </a:p>
          <a:p/>
          <a:p>
            <a:r>
              <a:t>**(용어 설명)** 이렇게 코드 변경이 Git을 매개로 자동으로 인프라에 반영되는 방식을 **GitOps**라고</a:t>
            </a:r>
          </a:p>
          <a:p>
            <a:r>
              <a:t>부릅니다. 로컬 작성 + 원격 실행이 결합된 형태라 '하이브리드 GitOps'라고 표현했습니다."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[main.tf — random_pet 예제]</a:t>
            </a:r>
          </a:p>
          <a:p/>
          <a:p>
            <a:r>
              <a:t>"오늘 쓸 코드는 이렇습니다.</a:t>
            </a:r>
          </a:p>
          <a:p/>
          <a:p>
            <a:r>
              <a:t>```hcl</a:t>
            </a:r>
          </a:p>
          <a:p>
            <a:r>
              <a:t>resource "random_pet" "lab" {</a:t>
            </a:r>
          </a:p>
          <a:p>
            <a:r>
              <a:t>  length = 2</a:t>
            </a:r>
          </a:p>
          <a:p>
            <a:r>
              <a:t>}</a:t>
            </a:r>
          </a:p>
          <a:p>
            <a:r>
              <a:t>output "pet_name" {</a:t>
            </a:r>
          </a:p>
          <a:p>
            <a:r>
              <a:t>  value = random_pet.lab.id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`random_pet`은 무작위 형용사+동물 이름을 만들어주는 리소스입니다. `length = 2`는 단어를 2개</a:t>
            </a:r>
          </a:p>
          <a:p>
            <a:r>
              <a:t>조합한다는 뜻이에요. `apply`가 끝나면 `terraform output`으로 `pet_name = \"grand-quail\"`처럼</a:t>
            </a:r>
          </a:p>
          <a:p>
            <a:r>
              <a:t>생성된 이름을 확인할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[실행 흐름 재확인]</a:t>
            </a:r>
          </a:p>
          <a:p/>
          <a:p>
            <a:r>
              <a:t>"실행 흐름을 다시 정리하면 이렇습니다.</a:t>
            </a:r>
          </a:p>
          <a:p/>
          <a:p>
            <a:r>
              <a:t>`terraform init` — 2차시에 만든 cloud 블록의 워크스페이스에 연결합니다.</a:t>
            </a:r>
          </a:p>
          <a:p>
            <a:r>
              <a:t>`terraform apply` — **이 순간 실제 연산은 Terraform Cloud 서버에서 실행**됩니다.</a:t>
            </a:r>
          </a:p>
          <a:p>
            <a:r>
              <a:t>`terraform output` — 결과값(`pet_name`)을 확인합니다.</a:t>
            </a:r>
          </a:p>
          <a:p/>
          <a:p>
            <a:r>
              <a:t>그리고 마지막으로, `app.terraform.io`에 접속해서 워크스페이스의 **Runs** 탭을 열어보면, 방금 실행한</a:t>
            </a:r>
          </a:p>
          <a:p>
            <a:r>
              <a:t>기록이 그대로 남아있는 걸 확인할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원격 실행 결과 확인]</a:t>
            </a:r>
          </a:p>
          <a:p/>
          <a:p>
            <a:r>
              <a:t>"자, 직접 해보겠습니다. 제가 미리 GitHub과 연동해 둔 워크스페이스에서 실제 Runs 이력을 함께</a:t>
            </a:r>
          </a:p>
          <a:p>
            <a:r>
              <a:t>살펴보겠습니다.</a:t>
            </a:r>
          </a:p>
          <a:p/>
          <a:p>
            <a:r>
              <a:t>누가, 언제, 어떤 코드 변경으로 실행했는지가 로그로 남아있는 걸 확인해보세요. '원격 실행'이라는 게</a:t>
            </a:r>
          </a:p>
          <a:p>
            <a:r>
              <a:t>추상적으로 느껴질 수 있는데, 이 로그를 직접 보면 훨씬 체감이 될 거예요.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9~10주 통합 제출]</a:t>
            </a:r>
          </a:p>
          <a:p/>
          <a:p>
            <a:r>
              <a:t>"개인 VM에서 2차시에 만든 워크스페이스에 오늘 배운 random_pet 예제 코드로 `terraform apply`를</a:t>
            </a:r>
          </a:p>
          <a:p>
            <a:r>
              <a:t>실행하세요.</a:t>
            </a:r>
          </a:p>
          <a:p/>
          <a:p>
            <a:r>
              <a:t>`terraform output` 결과(`pet_name`)를 캡처하고, Terraform Cloud UI의 Runs 탭에서 방금 실행한</a:t>
            </a:r>
          </a:p>
          <a:p>
            <a:r>
              <a:t>이력이 보이는 화면도 캡처하세요.</a:t>
            </a:r>
          </a:p>
          <a:p/>
          <a:p>
            <a:r>
              <a:t>**(주차 마무리 안내)** 오늘이 10주차 마지막 시간이니, 9주차(로컬 Terraform)와 10주차(Terraform</a:t>
            </a:r>
          </a:p>
          <a:p>
            <a:r>
              <a:t>Cloud) 실습을 함께 정리해서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**원격 실행은 학생 로컬 자원에 접근할 수 없으므로, random_pet처럼 로컬에 의존하지 않는</a:t>
            </a:r>
          </a:p>
          <a:p>
            <a:r>
              <a:t>리소스로 검증한다.**</a:t>
            </a:r>
          </a:p>
          <a:p>
            <a:r>
              <a:t>둘째, **코드를 GitHub에 push하고 워크스페이스와 연결하면, Terraform Cloud가 자동으로 plan·apply를</a:t>
            </a:r>
          </a:p>
          <a:p>
            <a:r>
              <a:t>원격 실행한다.**"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"다음 11주차에서는 이번엔 인프라가 아니라 '빌드와 배포'를 자동화하는 도구, **Jenkins**를 배웁니다.</a:t>
            </a:r>
          </a:p>
          <a:p>
            <a:r>
              <a:t>Docker Compose로 Jenkins를 영구 설치해서, 이후 13주차 대통합 실습의 베이스캠프를 만들어볼 거예요.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[10주차, 그리고 Terraform 단원을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10주차, 그리고 Terraform 단원 수고 많으셨습니다! 로컬 Terraform부터 Terraform Cloud 원격 실행까지,</a:t>
            </a:r>
          </a:p>
          <a:p>
            <a:r>
              <a:t>IaC의 핵심을 완주하셨습니다. 다음 주부터는 Jenkins CI/CD가 시작됩니다."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"그러면 Terraform Cloud로는 로컬 Docker를 절대 못 다루나요?" | 이번 학기 실습 범위에서는 그렇습니다. 실무에서는 'Terraform Cloud Agent'라는 별도 구성으로 사설 네트워크 안의 자원에 원격 실행이 접근하게 만들 수도 있지만, 이 과목의 범위를 넘어서는 고급 주제입니다. |</a:t>
            </a:r>
          </a:p>
          <a:p>
            <a:r>
              <a:t>| "GitHub 연동 없이 CLI로만 apply해도 원격 실행이 되나요?" | 네, 2차시에서 배운 cloud 블록만 설정되어 있으면 `terraform apply`를 CLI에서 실행해도 실제 연산은 원격에서 이뤄집니다. GitHub 연동은 '코드 변경을 자동으로 감지해서 실행'하는 추가 기능입니다. |</a:t>
            </a:r>
          </a:p>
          <a:p>
            <a:r>
              <a:t>| "random_pet 같은 예제가 실무에서도 쓰이나요?" | random_pet 자체는 실습·테스트용입니다. 하지만 실무에서는 AWS EC2, GCP Compute Engine 같은 실제 클라우드 리소스를 같은 방식(코드 작성 → GitHub push → 원격 apply)으로 다룹니다. 오늘 배운 흐름의 구조 자체는 실무와 동일합니다.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GitHub 연동과 원격 실행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random_pet으로 하이브리드 GitOps 완성하기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왜 9주차 예제(docker_container) 대신 random_pet을 쓰는지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워크스페이스에서 원격 apply를 실행하고 결과를 확인한다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Terraform Cloud UI의 Runs 탭에서 실행 이력을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원격 실행 결과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실제 원격 apply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9~10주 통합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random_pet을 쓰는가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로컬 인프라에 의존하지 않는 예제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예제 선택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9주차 예제를 그대로 쓰면 생기는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9주차 docker_container 예제를 그대로 원격 실행하면 Docker 데몬에 접근할 수 없어 오류가 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"Cannot connect to the Docker daemon" — Terraform Cloud 서버는 학생 VM의 로컬 자원에 접근 불가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오늘은 로컬 인프라에 전혀 의존하지 않는 random Provider를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🧩  random_pet 리소스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실제 인프라를 만들진 않지만, 무작위 이름을 생성해 원격 실행이 되는지 검증하기에 딱 맞는 예제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GitHub 연동과 원격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 → GitHub → Terraform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하이브리드 GitOps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로컬 VM에서 코드를 작성하고 GitHub 저장소에 push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Cloud 워크스페이스를 그 GitHub 저장소와 연결(VCS 연동)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push가 감지되면 Terraform Cloud가 자동으로 plan을 실행 → 확인 후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10주차 완성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로컬 VM(코드 작성) → GitHub(버전관리) → Terraform Cloud(원격 실행)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 — random_pet 예제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resource "random_pet" "lab"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  length = 2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output "pet_name"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  value = random_pet.lab.id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→ apply 후 terraform output으로 "grand-quail" 같은 무작위 이름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실행 흐름 재확인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init — cloud 블록의 워크스페이스에 연결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apply — 이 순간 실제 연산은 Terraform Cloud 서버에서 실행됨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output — 결과값(pet_name)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Cloud UI(app.terraform.io) 워크스페이스의 Runs 탭에서 방금 실행 이력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원격 실행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교수자가 미리 연동해 둔 워크스페이스에서 실제 Runs 이력을 함께 살펴봄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누가, 언제, 어떤 코드 변경으로 실행했는지 로그가 남는 것을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'원격 실행'이 실제로 무엇을 의미하는지 로그를 통해 체감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9~10주 통합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2차시에 만든 워크스페이스에 random_pet 예제 코드로 terraform apply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output 결과(pet_name)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 Cloud UI의 Runs 탭 화면 캡처(방금 실행한 이력이 보이는 화면)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9주차(로컬 Terraform)와 10주차(Terraform Cloud) 실습을 함께 정리해서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원격 실행은 학생 로컬 자원에 접근할 수 없으므로, random_pet처럼 로컬에 의존하지 않는 리소스로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코드를 GitHub에 push하고 워크스페이스와 연결하면, Terraform Cloud가 자동으로 plan·apply를 원격 실행한다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— Jenkins CI/CD 서버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이번엔 인프라가 아니라 '빌드와 배포'를 자동화하는 도구, Jenkins를 배웁니다. Docker Compose로 Jenkins를 영구 설치해봅니다.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10주차, 그리고 Terraform 단원을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로컬 Terraform부터 Terraform Cloud 원격 실행까지, IaC의 핵심을 완주하셨습니다. 다음 주부터는 Jenkins CI/CD가 시작됩니다.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