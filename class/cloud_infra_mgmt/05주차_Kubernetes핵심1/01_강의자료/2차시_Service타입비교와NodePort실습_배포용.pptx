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타입 비교와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ClusterIP · NodePort · LoadBalancer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ClusterIP·NodePort·LoadBalancer 세 타입의 차이를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상황에 맞는 Service 타입을 고를 수 있다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NodePort Service를 만들어 외부에서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5주차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NodePort 접속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누가 접속할 수 있는가에 따라 구분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ClusterIP vs NodePort vs LoadBalancer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타입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접속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 용도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4231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4231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ClusterIP (기본값)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내부에서만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4231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4231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Pod끼리 내부 통신 (예: 앱→DB)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108960"/>
            <a:ext cx="23774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NodePort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클러스터 밖에서도 (노드IP:포트)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108960"/>
            <a:ext cx="42062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1089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개발·테스트 환경에서 외부 접속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794760"/>
            <a:ext cx="23774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794760"/>
            <a:ext cx="2157984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LoadBalancer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클라우드의 로드밸런서를 통해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794760"/>
            <a:ext cx="420624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794760"/>
            <a:ext cx="398678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 환경에서 실제 서비스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Service의 세 가지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우리는 왜 NodePort를 쓸까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LoadBalancer는 AWS·GCP 같은 실제 클라우드 사업자가 있어야 동작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minikube(로컬 환경)에는 그런 로드밸런서가 없음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로컬 실습에서는 NodePort로 외부 접속을 흉내냄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NodePort Service를 만들어서 브라우저·curl로 우리 앱에 직접 접속해본다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kubectl expose로 외부 접속 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NodePort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명령어로 Service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svc myapp  — 할당된 NodePort 번호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service myapp --url  — 접속 가능한 전체 URL 바로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NodePort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expose deployment myapp --type=NodePort --port=80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svc myapp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 또는 curl로 해당 포트 접속 → nginx 기본 페이지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kubectl expose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service myapp --url 로 URL 확인 후 curl로 접속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ClusterIP(내부) / NodePort(로컬 테스트용 외부) / LoadBalancer(운영용 외부)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로컬 minikube 환경에서는 NodePort로 외부 접속을 실습한다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Service가 실제로 어떤 Pod들에 연결되어 있는지 Endpoints로 확인하고, 여러 Pod로 트래픽이 고르게 분산되는 라운드로빈을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