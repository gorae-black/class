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5주차 1차시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Service — 흔들리지 않는 진입점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Pod IP는 왜 불안정한가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Pod의 IP가 왜 불안정한지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Service가 이 문제를 어떻게 해결하는지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Service가 label selector로 Pod를 찾는 원리를 이해한다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1차시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5주차 1차시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7" name="Oval 16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Service 개념 실습</a:t>
            </a:r>
          </a:p>
        </p:txBody>
      </p:sp>
      <p:sp>
        <p:nvSpPr>
          <p:cNvPr id="22" name="Oval 21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27" name="Oval 26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1차시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Pod IP의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왜 Pod IP로 직접 접속하면 안 될까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Pod IP의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Pod의 IP는 계속 바뀐다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4주차에서 본 것처럼, Pod가 죽으면 새 Pod가 대신 만들어짐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새로 만들어진 Pod는 이전과 '다른' IP 주소를 받음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replicas: 2 처럼 Pod가 여러 개면, 어느 IP로 접속해야 할지도 애매함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🤔  그럼 어떻게 접속해야 할까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Pod의 IP를 직접 외우거나 코드에 박아두면 안 된다 — '고정된 진입점'이 필요하다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Service란?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흔들리지 않는 하나의 주소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Service란?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Service = 고정된 진입점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Service는 그 자신만의 고정된 IP·이름을 가짐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요청이 Service로 오면, 뒤에 있는 여러 Pod 중 하나로 자동 전달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Pod가 바뀌어도(IP가 달라져도) Service 주소는 그대로 유지됨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Service의 역할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클라이언트 요청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Service (고정 주소)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Pod A / Pod B / Pod C (IP가 계속 바뀔 수 있음)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1차시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Service란?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Service가 Pod를 찾는 방법 — Label Selector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Pod를 만들 때 라벨(label)을 붙임 (예: app: myapp)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Service는 "app: myapp 라벨이 붙은 Pod 전부에게 전달해줘"라고 선언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Pod가 새로 생기거나 없어져도, 같은 라벨만 붙어 있으면 Service가 자동으로 인식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Service 개념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지난 4주차에 만든 myapp Deployment(replicas 2) 재확인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pods -o wide  — Pod마다 IP가 다른 것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pods -o wide 를 Pod 하나 삭제 후 다시 실행 → IP가 바뀐 것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→ 다음 차시부터 이 문제를 Service로 직접 해결해봅니다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minikube start 및 myapp Deployment가 계속 떠 있는지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pods -o wide 로 IP 확인 캡처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다음 차시에 이 Deployment에 Service를 연결하는 실습이 이어집니다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Pod의 IP는 재생성될 때마다 바뀌어 불안정하다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Service = 라벨로 Pod를 찾아 연결해주는, 흔들리지 않는 고정 진입점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5주차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Service의 세 가지 타입(ClusterIP·NodePort·LoadBalancer)을 비교하고, NodePort로 실제 접속해봅니다.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