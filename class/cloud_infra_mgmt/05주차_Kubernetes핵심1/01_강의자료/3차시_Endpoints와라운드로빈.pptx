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"5주차 마지막 시간, 3차시를 시작하겠습니다.</a:t>
            </a:r>
          </a:p>
          <a:p/>
          <a:p>
            <a:r>
              <a:t>지난 시간에 NodePort로 우리 앱에 접속하는 데 성공했죠. 그런데 그 요청이 실제로 어느 Pod로 전달됐는지</a:t>
            </a:r>
          </a:p>
          <a:p>
            <a:r>
              <a:t>궁금하지 않으셨나요? 오늘은 Service 뒤에서 실제로 벌어지는 일, Endpoints와 라운드로빈을 확인해보겠</a:t>
            </a:r>
          </a:p>
          <a:p>
            <a:r>
              <a:t>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Endpoints가 무엇인지 이해하고,</a:t>
            </a:r>
          </a:p>
          <a:p>
            <a:r>
              <a:t>둘째, Service가 여러 Pod에 트래픽을 어떻게 분산하는지 이해하고,</a:t>
            </a:r>
          </a:p>
          <a:p>
            <a:r>
              <a:t>셋째 — 오늘 직접 해볼 건데 — 반복 요청으로 라운드로빈 분산을 직접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5주차 마지막이니 실습 후</a:t>
            </a:r>
          </a:p>
          <a:p>
            <a:r>
              <a:t>1~3차시 과제를 종합해서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Endpoints란?]</a:t>
            </a:r>
          </a:p>
          <a:p/>
          <a:p>
            <a:r>
              <a:t>"Service가 실제로 어느 Pod와 연결되어 있는지부터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[Service의 '연결 장부']</a:t>
            </a:r>
          </a:p>
          <a:p/>
          <a:p>
            <a:r>
              <a:t>"1차시에서 Service는 라벨로 Pod를 찾는다고 배웠죠. 그 결과, 실제로 연결된 Pod들의 IP 목록이 바로</a:t>
            </a:r>
          </a:p>
          <a:p>
            <a:r>
              <a:t>**Endpoints**입니다.</a:t>
            </a:r>
          </a:p>
          <a:p/>
          <a:p>
            <a:r>
              <a:t>Pod가 새로 추가되거나 삭제될 때마다 이 Endpoints 목록도 자동으로 갱신됩니다. 마치 Service가 관리하는</a:t>
            </a:r>
          </a:p>
          <a:p>
            <a:r>
              <a:t>'연결 장부' 같은 거예요.</a:t>
            </a:r>
          </a:p>
          <a:p/>
          <a:p>
            <a:r>
              <a:t>`kubectl get endpoints {서비스이름}`을 치면 지금 이 순간 실제로 연결되어 있는 Pod IP 목록을 그대로</a:t>
            </a:r>
          </a:p>
          <a:p>
            <a:r>
              <a:t>볼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라운드로빈 부하분산]</a:t>
            </a:r>
          </a:p>
          <a:p/>
          <a:p>
            <a:r>
              <a:t>"이제 이 여러 Pod에 요청이 어떻게 나뉘어 전달되는지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[요청이 순서대로 나뉜다]</a:t>
            </a:r>
          </a:p>
          <a:p/>
          <a:p>
            <a:r>
              <a:t>"Service로 요청이 여러 번 들어오면, 뒤에 있는 Pod들에게 **순서대로 돌아가며** 전달됩니다. 이걸</a:t>
            </a:r>
          </a:p>
          <a:p>
            <a:r>
              <a:t>'라운드로빈'이라고 해요.</a:t>
            </a:r>
          </a:p>
          <a:p/>
          <a:p>
            <a:r>
              <a:t>그림을 보시면, Pod가 2개일 때 1번째 요청은 Pod A로, 2번째는 Pod B로, 3번째는 다시 Pod A로 — 이런</a:t>
            </a:r>
          </a:p>
          <a:p>
            <a:r>
              <a:t>식으로 번갈아가며 전달됩니다.</a:t>
            </a:r>
          </a:p>
          <a:p/>
          <a:p>
            <a:r>
              <a:t>**(효과 설명)** 이렇게 하면 특정 Pod 하나에만 부하가 몰리지 않고, 여러 Pod가 골고루 일을 나눠서</a:t>
            </a:r>
          </a:p>
          <a:p>
            <a:r>
              <a:t>처리하게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[직접 확인하는 방법]</a:t>
            </a:r>
          </a:p>
          <a:p/>
          <a:p>
            <a:r>
              <a:t>"이걸 직접 확인하는 방법은 간단합니다. `for i in $(seq 1 10); do curl $(minikube service myapp</a:t>
            </a:r>
          </a:p>
          <a:p>
            <a:r>
              <a:t>--url); done`처럼 curl을 10번 반복해서 요청을 보내는 거예요.</a:t>
            </a:r>
          </a:p>
          <a:p/>
          <a:p>
            <a:r>
              <a:t>**(주의사항 안내)** 다만 오늘 쓰는 nginx 기본 페이지는 어느 Pod가 응답하든 내용이 똑같아서, curl</a:t>
            </a:r>
          </a:p>
          <a:p>
            <a:r>
              <a:t>결과만 봐서는 어느 Pod가 응답했는지 구분이 잘 안 됩니다. 그래서 `kubectl logs`로 각 Pod의 로그를</a:t>
            </a:r>
          </a:p>
          <a:p>
            <a:r>
              <a:t>같이 확인하면서, 요청이 두 Pod에 번갈아 기록되는 걸 보는 방식으로 확인할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Endpoints·라운드로빈 확인]</a:t>
            </a:r>
          </a:p>
          <a:p/>
          <a:p>
            <a:r>
              <a:t>"자, 직접 해보겠습니다.</a:t>
            </a:r>
          </a:p>
          <a:p/>
          <a:p>
            <a:r>
              <a:t>`kubectl get endpoints myapp`으로 연결된 Pod IP 2개를 확인하세요. 그다음 반복 curl을 10번 실행하고,</a:t>
            </a:r>
          </a:p>
          <a:p>
            <a:r>
              <a:t>`kubectl logs {파드이름}`으로 각 Pod의 로그에 요청이 기록되는지 확인해보세요. 두 Pod의 로그를 각각</a:t>
            </a:r>
          </a:p>
          <a:p>
            <a:r>
              <a:t>확인하면 번갈아가며 요청을 처리한 게 보일 겁니다.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제출 — 5주차 마무리]</a:t>
            </a:r>
          </a:p>
          <a:p/>
          <a:p>
            <a:r>
              <a:t>"개인 VM에서 `kubectl get endpoints myapp` 결과를 캡처하고, 반복 curl 실행 결과도 캡처하세요.</a:t>
            </a:r>
          </a:p>
          <a:p/>
          <a:p>
            <a:r>
              <a:t>**(주차 마무리 안내)** 오늘이 5주차 마지막 시간이니, 1차시(Service 개념 확인)·2차시(NodePort 접속)·</a:t>
            </a:r>
          </a:p>
          <a:p>
            <a:r>
              <a:t>3차시(오늘) 실습 결과를 한 번에 정리해서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**Endpoints는 Service 뒤에 실제로 연결된 Pod IP 목록**이다.</a:t>
            </a:r>
          </a:p>
          <a:p>
            <a:r>
              <a:t>둘째, **Service는 여러 Pod에 요청을 라운드로빈으로 고르게 분산한다**."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"5주차 수고 많으셨습니다. 다음 6주차에서는 설정값과 비밀번호를 코드에서 분리해서 관리하는</a:t>
            </a:r>
          </a:p>
          <a:p>
            <a:r>
              <a:t>**ConfigMap과 Secret**, 그리고 데이터를 영구적으로 저장하는 **PV/PVC**를 배웁니다. 6주차 3차시에는</a:t>
            </a:r>
          </a:p>
          <a:p>
            <a:r>
              <a:t>실제 MySQL 데이터베이스를 K8s에 배포해보는 실습도 있으니 기대해주세요.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5주차 수고 많으셨습니다! Pod IP가 불안정한 문제부터 Service, Endpoints, 라운드로빈까지 — K8s</a:t>
            </a:r>
          </a:p>
          <a:p>
            <a:r>
              <a:t>네트워킹의 핵심을 직접 확인하셨습니다. 다음 주엔 설정과 데이터를 다루는 법을 배웁니다."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"라운드로빈 순서를 내가 정할 수 있나요?" | 기본적으로는 순차적으로 분산되지만, 세션 유지(Session Affinity) 같은 고급 설정으로 특정 클라이언트를 항상 같은 Pod로 보낼 수도 있습니다. 이 과목에서는 다루지 않는 심화 주제입니다. |</a:t>
            </a:r>
          </a:p>
          <a:p>
            <a:r>
              <a:t>| "Endpoints와 Pod IP가 다른가요?" | Endpoints에 나열되는 IP가 곧 그 시점의 Pod IP입니다. Endpoints는 그 IP 목록을 자동으로 최신 상태로 관리해주는 오브젝트라고 이해하면 됩니다. |</a:t>
            </a:r>
          </a:p>
          <a:p>
            <a:r>
              <a:t>| "Pod가 3개 이상이면 라운드로빈이 더 복잡해지나요?" | 원리는 동일합니다. Pod가 몇 개든 순서대로 돌아가며 요청을 분산합니다.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Endpoints와 라운드로빈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Service가 실제로 연결된 Pod 확인하기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Endpoints가 무엇인지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Service가 여러 Pod에 트래픽을 어떻게 분산하는지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반복 요청으로 라운드로빈 분산을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Endpoints·라운드로빈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 과제 제출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Service 뒤에 실제로 연결된 Pod 목록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Endpoints란?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Service의 '연결 장부'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Service는 라벨로 Pod를 찾는다고 배웠음 (1차시)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 결과 실제로 연결된 Pod들의 IP 목록이 Endpoints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Pod가 추가·삭제될 때마다 Endpoints도 자동으로 갱신됨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🔍  확인 명령어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kubectl get endpoints {서비스이름} — 지금 이 순간 연결된 Pod IP 목록을 그대로 보여줌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여러 Pod에 트래픽을 고르게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요청이 순서대로 나뉜다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Service로 요청이 여러 번 오면, 뒤의 Pod들에 순서대로 돌아가며 전달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1번째 요청→Pod A, 2번째→Pod B, 3번째→Pod A, 4번째→Pod B ...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이렇게 하면 특정 Pod 하나에만 부하가 몰리지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라운드로빈 예시 (Pod 2개)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 1,3,5... → Pod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 2,4,6... → Pod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라운드로빈 부하분산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직접 확인하는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for i in $(seq 1 10); do curl $(minikube service myapp --url); done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curl을 10번 반복 요청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매번 응답한 Pod의 hostname(컨테이너 ID)이 바뀌는지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Endpoints·라운드로빈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endpoints myapp  — 연결된 Pod IP 2개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for i in $(seq 1 10); do curl $(minikube service myapp --url); done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응답이 두 Pod 사이를 오가는지 관찰 (nginx 기본 페이지라 응답 내용은 같을 수 있음 — kubectl logs로 어느 Pod가 요청을 받았는지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과제 제출 — 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개인 VM에서 kubectl get endpoints myapp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반복 curl 실행 결과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5주차 1~3차시 실습을 종합해서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5주차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Endpoints = Service 뒤에 실제로 연결된 Pod IP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Service는 여러 Pod에 요청을 라운드로빈으로 고르게 분산한다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6주차 — ConfigMap, Secret 및 PV/PVC 상태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설정값과 비밀번호를 코드와 분리하는 ConfigMap·Secret, 그리고 데이터를 영구 저장하는 PV/PVC를 배웁니다.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5주차를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Service 개념부터 라운드로빈 부하분산까지, K8s 네트워킹의 핵심을 직접 확인하셨습니다.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