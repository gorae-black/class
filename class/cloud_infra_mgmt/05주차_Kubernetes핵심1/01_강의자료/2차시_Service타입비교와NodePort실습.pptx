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"5주차 2차시를 시작하겠습니다.</a:t>
            </a:r>
          </a:p>
          <a:p/>
          <a:p>
            <a:r>
              <a:t>지난 시간에 Pod IP가 불안정하다는 문제를 확인했죠. 오늘은 그 해결책인 Service를 실제로 만들어서</a:t>
            </a:r>
          </a:p>
          <a:p>
            <a:r>
              <a:t>우리 앱에 접속해보겠습니다."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ClusterIP·NodePort·LoadBalancer 세 타입의 차이를 이해하고,</a:t>
            </a:r>
          </a:p>
          <a:p>
            <a:r>
              <a:t>둘째, 상황에 맞는 Service 타입을 고를 수 있고,</a:t>
            </a:r>
          </a:p>
          <a:p>
            <a:r>
              <a:t>셋째 — 오늘 직접 해볼 건데 — NodePort Service를 만들어 외부에서 접속해봅니다."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"오늘도 25분 개념 설명, 15분 Killercoda, 5분 VM 안내, 5분 제출입니다."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Service의 세 가지 타입]</a:t>
            </a:r>
          </a:p>
          <a:p/>
          <a:p>
            <a:r>
              <a:t>"Service에는 '누가 접속할 수 있는가'에 따라 세 가지 타입이 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[ClusterIP vs NodePort vs LoadBalancer]</a:t>
            </a:r>
          </a:p>
          <a:p/>
          <a:p>
            <a:r>
              <a:t>"표로 비교해보겠습니다.</a:t>
            </a:r>
          </a:p>
          <a:p/>
          <a:p>
            <a:r>
              <a:t>**ClusterIP**는 기본값인데, 클러스터 '내부'에서만 접속 가능합니다. 주로 Pod끼리 통신할 때, 예를 들어</a:t>
            </a:r>
          </a:p>
          <a:p>
            <a:r>
              <a:t>앱 Pod가 DB Pod에 접속할 때 씁니다.</a:t>
            </a:r>
          </a:p>
          <a:p/>
          <a:p>
            <a:r>
              <a:t>**NodePort**는 클러스터 밖에서도 노드의 IP와 특정 포트로 접속할 수 있습니다. 주로 개발·테스트</a:t>
            </a:r>
          </a:p>
          <a:p>
            <a:r>
              <a:t>환경에서 외부 접속용으로 씁니다.</a:t>
            </a:r>
          </a:p>
          <a:p/>
          <a:p>
            <a:r>
              <a:t>**LoadBalancer**는 클라우드 사업자(AWS, GCP 등)가 제공하는 진짜 로드밸런서를 통해 접속합니다. 운영</a:t>
            </a:r>
          </a:p>
          <a:p>
            <a:r>
              <a:t>환경에서 실제 서비스를 외부에 공개할 때 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[우리는 왜 NodePort를 쓸까]</a:t>
            </a:r>
          </a:p>
          <a:p/>
          <a:p>
            <a:r>
              <a:t>"그런데 LoadBalancer는 AWS나 GCP 같은 실제 클라우드 사업자가 있어야 동작합니다. 우리가 쓰는</a:t>
            </a:r>
          </a:p>
          <a:p>
            <a:r>
              <a:t>minikube는 로컬 환경이라 그런 로드밸런서가 없어요.</a:t>
            </a:r>
          </a:p>
          <a:p/>
          <a:p>
            <a:r>
              <a:t>**(실습 방향 안내)** 그래서 우리 실습에서는 로컬 환경에서도 외부 접속을 흉내낼 수 있는 **NodePort**를</a:t>
            </a:r>
          </a:p>
          <a:p>
            <a:r>
              <a:t>씁니다. 오늘 목표는 NodePort Service를 만들어서 브라우저나 curl로 우리 앱에 직접 접속해보는</a:t>
            </a:r>
          </a:p>
          <a:p>
            <a:r>
              <a:t>것입니다."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NodePort 실습]</a:t>
            </a:r>
          </a:p>
          <a:p/>
          <a:p>
            <a:r>
              <a:t>"실제 명령어를 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[명령어로 Service 만들기]</a:t>
            </a:r>
          </a:p>
          <a:p/>
          <a:p>
            <a:r>
              <a:t>"명령어는 세 개입니다.</a:t>
            </a:r>
          </a:p>
          <a:p/>
          <a:p>
            <a:r>
              <a:t>`kubectl expose deployment myapp --type=NodePort --port=80`으로 지난 시간 만든 myapp Deployment에</a:t>
            </a:r>
          </a:p>
          <a:p>
            <a:r>
              <a:t>NodePort Service를 연결합니다. `kubectl get svc myapp`으로 실제 할당된 포트 번호를 확인하고,</a:t>
            </a:r>
          </a:p>
          <a:p>
            <a:r>
              <a:t>`minikube service myapp --url`을 치면 minikube가 접속 가능한 전체 URL을 바로 알려줍니다."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— NodePort 접속]</a:t>
            </a:r>
          </a:p>
          <a:p/>
          <a:p>
            <a:r>
              <a:t>"자, 직접 해보겠습니다.</a:t>
            </a:r>
          </a:p>
          <a:p/>
          <a:p>
            <a:r>
              <a:t>`kubectl expose deployment myapp --type=NodePort --port=80`을 실행하고, `kubectl get svc myapp`으로</a:t>
            </a:r>
          </a:p>
          <a:p>
            <a:r>
              <a:t>포트 번호를 확인하세요. 그다음 브라우저 주소창이나 curl로 접속해서 nginx 기본 페이지가 뜨는지</a:t>
            </a:r>
          </a:p>
          <a:p>
            <a:r>
              <a:t>확인하세요.</a:t>
            </a:r>
          </a:p>
          <a:p/>
          <a:p>
            <a:r>
              <a:t>**(화면 공유해 실제로 시연)** 제가 먼저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과제 — 동일 실습]</a:t>
            </a:r>
          </a:p>
          <a:p/>
          <a:p>
            <a:r>
              <a:t>"개인 VM에서 같은 명령어를 동일하게 실행하세요.</a:t>
            </a:r>
          </a:p>
          <a:p/>
          <a:p>
            <a:r>
              <a:t>`minikube service myapp --url`로 URL을 확인하고, curl로 접속한 결과를 캡처해서 LMS 과제 게시판에</a:t>
            </a:r>
          </a:p>
          <a:p>
            <a:r>
              <a:t>제출하시면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**ClusterIP(내부) / NodePort(로컬 테스트용 외부) / LoadBalancer(운영용 외부)**로 나뉜다.</a:t>
            </a:r>
          </a:p>
          <a:p>
            <a:r>
              <a:t>둘째, **로컬 minikube 환경에서는 NodePort로 외부 접속을 실습한다**."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차시 예고]</a:t>
            </a:r>
          </a:p>
          <a:p/>
          <a:p>
            <a:r>
              <a:t>"다음 3차시에서는 Service가 실제로 어떤 Pod들과 연결되어 있는지 **Endpoints**로 확인하고, 여러 Pod로</a:t>
            </a:r>
          </a:p>
          <a:p>
            <a:r>
              <a:t>트래픽이 고르게 나뉘어 전달되는 **라운드로빈**을 직접 확인해보겠습니다.</a:t>
            </a:r>
          </a:p>
          <a:p/>
          <a:p>
            <a:r>
              <a:t>오늘 수업은 여기까지입니다. Killercoda와 VM 실습 모두 완료해서 제출해주시고, 궁금한 점은 LMS Q&amp;A</a:t>
            </a:r>
          </a:p>
          <a:p>
            <a:r>
              <a:t>게시판에 남겨주세요. 수고하셨습니다!"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"실무에서는 그럼 LoadBalancer만 쓰나요?" | 아닙니다. 클러스터 내부 통신에는 여전히 ClusterIP를 가장 많이 쓰고, 외부 공개가 필요한 서비스만 LoadBalancer(또는 뒤에서 배우지 않는 Ingress)를 씁니다. 세 타입 모두 실무에서 함께 쓰입니다. |</a:t>
            </a:r>
          </a:p>
          <a:p>
            <a:r>
              <a:t>| "포트 번호가 매번 다르게 나와요" | 정상입니다. NodePort는 기본적으로 30000~32767 범위에서 자동 할당됩니다. --node-port 옵션으로 직접 지정할 수도 있지만 오늘은 자동 할당된 번호를 그대로 사용합니다. |</a:t>
            </a:r>
          </a:p>
          <a:p>
            <a:r>
              <a:t>| "minikube service --url 대신 다른 방법은 없나요?" | kubectl get svc로 확인한 포트 번호에 minikube ip 명령으로 얻은 IP를 조합해서 접속할 수도 있습니다. minikube service --url은 이 둘을 합쳐서 편하게 보여주는 것뿐입니다.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5주차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Service 타입 비교와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NodePort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ClusterIP · NodePort · LoadBalancer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ClusterIP·NodePort·LoadBalancer 세 타입의 차이를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상황에 맞는 Service 타입을 고를 수 있다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NodePort Service를 만들어 외부에서 접속해본다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NodePort 접속 실습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VM에서 동일 실습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2차시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Service의 세 가지 타입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누가 접속할 수 있는가에 따라 구분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Service의 세 가지 타입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ClusterIP vs NodePort vs LoadBalancer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2377440" cy="6858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2377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타입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737360"/>
            <a:ext cx="4206240" cy="68580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737360"/>
            <a:ext cx="42062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접속 범위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737360"/>
            <a:ext cx="4206240" cy="685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737360"/>
            <a:ext cx="42062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주 용도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423160"/>
            <a:ext cx="23774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423160"/>
            <a:ext cx="21579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ClusterIP (기본값)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423160"/>
            <a:ext cx="42062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242316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클러스터 내부에서만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423160"/>
            <a:ext cx="42062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242316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Pod끼리 내부 통신 (예: 앱→DB)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108960"/>
            <a:ext cx="23774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108960"/>
            <a:ext cx="21579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NodePort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108960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310896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클러스터 밖에서도 (노드IP:포트)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3108960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7" y="310896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개발·테스트 환경에서 외부 접속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794760"/>
            <a:ext cx="23774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794760"/>
            <a:ext cx="21579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LoadBalancer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794760"/>
            <a:ext cx="42062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379476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클라우드의 로드밸런서를 통해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794760"/>
            <a:ext cx="42062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7" y="379476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운영 환경에서 실제 서비스 공개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2차시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Service의 세 가지 타입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우리는 왜 NodePort를 쓸까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LoadBalancer는 AWS·GCP 같은 실제 클라우드 사업자가 있어야 동작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minikube(로컬 환경)에는 그런 로드밸런서가 없음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그래서 로컬 실습에서는 NodePort로 외부 접속을 흉내냄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🎯  오늘의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NodePort Service를 만들어서 브라우저·curl로 우리 앱에 직접 접속해본다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2차시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NodePort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kubectl expose로 외부 접속 열기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NodePort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명령어로 Service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expose deployment myapp --type=NodePort --port=80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get svc myapp  — 할당된 NodePort 번호 확인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minikube service myapp --url  — 접속 가능한 전체 URL 바로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NodePort 접속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expose deployment myapp --type=NodePort --port=80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get svc myapp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브라우저 또는 curl로 해당 포트 접속 → nginx 기본 페이지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과제 — 동일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개인 VM에서 동일하게 kubectl expose 실행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minikube service myapp --url 로 URL 확인 후 curl로 접속 확인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결과 캡처 후 LMS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ClusterIP(내부) / NodePort(로컬 테스트용 외부) / LoadBalancer(운영용 외부)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로컬 minikube 환경에서는 NodePort로 외부 접속을 실습한다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5주차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Service가 실제로 어떤 Pod들에 연결되어 있는지 Endpoints로 확인하고, 여러 Pod로 트래픽이 고르게 분산되는 라운드로빈을 직접 확인합니다.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