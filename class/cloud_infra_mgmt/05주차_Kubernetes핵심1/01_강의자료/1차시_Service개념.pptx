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[표지]</a:t>
            </a:r>
          </a:p>
          <a:p/>
          <a:p>
            <a:r>
              <a:t>"5주차 1차시를 시작하겠습니다.</a:t>
            </a:r>
          </a:p>
          <a:p/>
          <a:p>
            <a:r>
              <a:t>지난 시간에 Deployment로 Pod가 항상 2개씩 유지되도록 만들었죠. 그런데 이 Pod들에 접속하려면 어떻게</a:t>
            </a:r>
          </a:p>
          <a:p>
            <a:r>
              <a:t>해야 할까요? 각 Pod는 저마다 다른 IP를 갖고 있는데 말이죠. 오늘은 이 문제를 짚어보겠습니다."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학습 목표]</a:t>
            </a:r>
          </a:p>
          <a:p/>
          <a:p>
            <a:r>
              <a:t>"오늘 수업이 끝나면 여러분은 세 가지를 할 수 있게 됩니다.</a:t>
            </a:r>
          </a:p>
          <a:p/>
          <a:p>
            <a:r>
              <a:t>첫째, Pod의 IP가 왜 불안정한지 설명하고,</a:t>
            </a:r>
          </a:p>
          <a:p>
            <a:r>
              <a:t>둘째, Service가 이 문제를 어떻게 해결하는지 이해하고,</a:t>
            </a:r>
          </a:p>
          <a:p>
            <a:r>
              <a:t>셋째, Service가 Pod를 찾아내는 원리(라벨)를 이해합니다."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진행 순서 (60분)]</a:t>
            </a:r>
          </a:p>
          <a:p/>
          <a:p>
            <a:r>
              <a:t>"오늘은 문제 제기가 중심입니다. 25분 개념 설명, 15분 Killercoda로 문제 상황을 직접 확인, 5분 VM</a:t>
            </a:r>
          </a:p>
          <a:p>
            <a:r>
              <a:t>안내, 5분 제출 순서입니다. 실제로 Service를 만들어보는 건 다음 2차시에 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[Part 1 섹션 표지 — Pod IP의 문제]</a:t>
            </a:r>
          </a:p>
          <a:p/>
          <a:p>
            <a:r>
              <a:t>"먼저 왜 문제인지부터 정확히 짚어보겠습니다."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[Pod의 IP는 계속 바뀐다]</a:t>
            </a:r>
          </a:p>
          <a:p/>
          <a:p>
            <a:r>
              <a:t>"4주차에서 배운 걸 떠올려보세요. Pod가 죽으면, Deployment(정확히는 ReplicaSet)가 새 Pod를</a:t>
            </a:r>
          </a:p>
          <a:p>
            <a:r>
              <a:t>만들어줬죠. 그런데 이 **새로 만들어진 Pod는 이전과 다른 IP 주소**를 받습니다.</a:t>
            </a:r>
          </a:p>
          <a:p/>
          <a:p>
            <a:r>
              <a:t>게다가 `replicas: 2`처럼 Pod가 여러 개라면, 어느 IP로 접속해야 할지도 애매하죠.</a:t>
            </a:r>
          </a:p>
          <a:p/>
          <a:p>
            <a:r>
              <a:t>**(질문 유도)** 만약 여러분이 만든 웹 앱 주소를 사람들에게 알려줘야 하는데, 그 주소가 계속 바뀐다면</a:t>
            </a:r>
          </a:p>
          <a:p>
            <a:r>
              <a:t>어떨까요? 그래서 Pod의 IP를 직접 외우거나 코드에 박아두면 안 됩니다. **고정된 진입점**이 필요합니다."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[Part 2 섹션 표지 — Service란?]</a:t>
            </a:r>
          </a:p>
          <a:p/>
          <a:p>
            <a:r>
              <a:t>"그 고정된 진입점이 바로 Service입니다."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[Service = 고정된 진입점]</a:t>
            </a:r>
          </a:p>
          <a:p/>
          <a:p>
            <a:r>
              <a:t>"Service는 그 자신만의 **고정된 IP와 이름**을 갖습니다. 요청이 이 Service로 들어오면, Service가</a:t>
            </a:r>
          </a:p>
          <a:p>
            <a:r>
              <a:t>뒤에 있는 여러 Pod 중 하나로 자동으로 전달해줍니다.</a:t>
            </a:r>
          </a:p>
          <a:p/>
          <a:p>
            <a:r>
              <a:t>핵심은 이겁니다 — **Pod가 바뀌어도(IP가 달라져도) Service의 주소는 그대로 유지됩니다.** 그림을</a:t>
            </a:r>
          </a:p>
          <a:p>
            <a:r>
              <a:t>보시면, 클라이언트는 항상 같은 Service 주소로만 요청을 보내고, 그 뒤에서 Pod A·B·C가 바뀌든 말든</a:t>
            </a:r>
          </a:p>
          <a:p>
            <a:r>
              <a:t>Service가 알아서 처리해줍니다."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[Service가 Pod를 찾는 방법 — Label Selector]</a:t>
            </a:r>
          </a:p>
          <a:p/>
          <a:p>
            <a:r>
              <a:t>"그럼 Service는 어떻게 '어느 Pod로 보낼지' 아는 걸까요? 답은 **라벨(label)**입니다.</a:t>
            </a:r>
          </a:p>
          <a:p/>
          <a:p>
            <a:r>
              <a:t>Pod를 만들 때 `app: myapp` 같은 라벨을 붙여둡니다. Service는 '이 라벨이 붙은 Pod 전부에게 전달해줘'</a:t>
            </a:r>
          </a:p>
          <a:p>
            <a:r>
              <a:t>라고 선언만 합니다. 그러면 Pod가 새로 생기거나 없어져도, 같은 라벨만 붙어 있으면 Service가 자동으로</a:t>
            </a:r>
          </a:p>
          <a:p>
            <a:r>
              <a:t>알아서 찾아냅니다.</a:t>
            </a:r>
          </a:p>
          <a:p/>
          <a:p>
            <a:r>
              <a:t>**(연결)** 사실 4주차에 여러분이 작성한 deployment.yaml에 이미 라벨이 들어 있었어요. 오늘은 그</a:t>
            </a:r>
          </a:p>
          <a:p>
            <a:r>
              <a:t>라벨을 Service가 실제로 어떻게 활용하는지 이해하는 시간입니다."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[Killercoda — Service 개념 확인]</a:t>
            </a:r>
          </a:p>
          <a:p/>
          <a:p>
            <a:r>
              <a:t>"자, 문제 상황을 직접 눈으로 확인해보겠습니다.</a:t>
            </a:r>
          </a:p>
          <a:p/>
          <a:p>
            <a:r>
              <a:t>지난 4주차에 만든 `myapp` Deployment(replicas 2)를 다시 확인하고, `kubectl get pods -o wide`로</a:t>
            </a:r>
          </a:p>
          <a:p>
            <a:r>
              <a:t>Pod마다 IP가 다른 걸 확인하세요. 그다음 Pod 하나를 삭제하고 다시 `kubectl get pods -o wide`를</a:t>
            </a:r>
          </a:p>
          <a:p>
            <a:r>
              <a:t>쳐보세요 — 새로 생긴 Pod의 IP가 이전과 다른 걸 확인할 수 있을 거예요.</a:t>
            </a:r>
          </a:p>
          <a:p/>
          <a:p>
            <a:r>
              <a:t>**(다음 시간 예고)** 이 문제를 다음 차시에 Service로 직접 해결해보겠습니다."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[VM 안내]</a:t>
            </a:r>
          </a:p>
          <a:p/>
          <a:p>
            <a:r>
              <a:t>"개인 VM에서 `minikube start`와 `myapp` Deployment가 계속 떠 있는지 확인하고, `kubectl get pods -o</a:t>
            </a:r>
          </a:p>
          <a:p>
            <a:r>
              <a:t>wide`로 IP를 캡처해두세요.</a:t>
            </a:r>
          </a:p>
          <a:p/>
          <a:p>
            <a:r>
              <a:t>다음 차시에 이 Deployment에 Service를 연결하는 실습이 바로 이어지니, Deployment를 지우지 마세요."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정리]</a:t>
            </a:r>
          </a:p>
          <a:p/>
          <a:p>
            <a:r>
              <a:t>"오늘 배운 내용, 두 가지로 정리하겠습니다.</a:t>
            </a:r>
          </a:p>
          <a:p/>
          <a:p>
            <a:r>
              <a:t>첫째, **Pod의 IP는 재생성될 때마다 바뀌어 불안정하다**.</a:t>
            </a:r>
          </a:p>
          <a:p>
            <a:r>
              <a:t>둘째, **Service는 라벨로 Pod를 찾아 연결해주는, 흔들리지 않는 고정 진입점**이다."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[다음 차시 예고]</a:t>
            </a:r>
          </a:p>
          <a:p/>
          <a:p>
            <a:r>
              <a:t>"다음 2차시에서는 Service의 세 가지 타입 — ClusterIP, NodePort, LoadBalancer를 비교하고, 그중</a:t>
            </a:r>
          </a:p>
          <a:p>
            <a:r>
              <a:t>NodePort를 이용해 실제로 우리 앱에 접속해보겠습니다.</a:t>
            </a:r>
          </a:p>
          <a:p/>
          <a:p>
            <a:r>
              <a:t>오늘 수업은 여기까지입니다. Killercoda와 VM 실습 모두 완료해서 제출해주시고, 궁금한 점은 LMS Q&amp;A</a:t>
            </a:r>
          </a:p>
          <a:p>
            <a:r>
              <a:t>게시판에 남겨주세요. 수고하셨습니다!"</a:t>
            </a:r>
          </a:p>
          <a:p/>
          <a:p>
            <a:r>
              <a:t>---</a:t>
            </a:r>
          </a:p>
          <a:p/>
          <a:p>
            <a:r>
              <a:t>## 강의자 참고 — 예상 질문 &amp; 답변</a:t>
            </a:r>
          </a:p>
          <a:p/>
          <a:p>
            <a:r>
              <a:t>| 예상 질문 | 답변 가이드 |</a:t>
            </a:r>
          </a:p>
          <a:p>
            <a:r>
              <a:t>|---|---|</a:t>
            </a:r>
          </a:p>
          <a:p>
            <a:r>
              <a:t>| "Service도 IP가 바뀔 수 있나요?" | Service를 지웠다가 다시 만들면 바뀔 수 있지만, 한 번 만든 Service는 지우지 않는 한 IP가 고정되어 유지됩니다. Pod처럼 수시로 재생성되는 대상이 아니라서 안정적입니다. |</a:t>
            </a:r>
          </a:p>
          <a:p>
            <a:r>
              <a:t>| "라벨은 아무 이름이나 써도 되나요?" | 네, 라벨의 키·값은 자유롭게 정할 수 있습니다. 다만 Deployment의 Pod 라벨과 Service의 selector가 정확히 일치해야 서로 연결된다는 점이 중요합니다. |</a:t>
            </a:r>
          </a:p>
          <a:p>
            <a:r>
              <a:t>| "Pod 하나 지워도 진짜 IP가 바뀌나요, 직접 봐야 믿기겠어요" | 좋은 태도입니다! 오늘 실습에서 직접 확인시키는 게 핵심 목표이니 반드시 캡처까지 하도록 안내하세요. |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클라우드인프라관리  ·  5주차 1차시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Service — 흔들리지 않는 진입점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  <a:ea typeface="맑은 고딕"/>
                <a:cs typeface="맑은 고딕"/>
              </a:rPr>
              <a:t>Pod IP는 왜 불안정한가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영남이공대학교 김지윤교수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1.  Pod의 IP가 왜 불안정한지 이해한다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2.  Service가 이 문제를 어떻게 해결하는지 이해한다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3.  Service가 label selector로 Pod를 찾는 원리를 이해한다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5주차 1차시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02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오늘의 진행 순서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2571292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96865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2438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40940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40940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63700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8292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개념 설명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8292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강의자료 기반 직접 강의</a:t>
            </a:r>
          </a:p>
        </p:txBody>
      </p:sp>
      <p:sp>
        <p:nvSpPr>
          <p:cNvPr id="14" name="Oval 13"/>
          <p:cNvSpPr/>
          <p:nvPr/>
        </p:nvSpPr>
        <p:spPr>
          <a:xfrm>
            <a:off x="4566513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6513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89273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53865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Killercoda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3865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Service 개념 실습</a:t>
            </a:r>
          </a:p>
        </p:txBody>
      </p:sp>
      <p:sp>
        <p:nvSpPr>
          <p:cNvPr id="19" name="Oval 18"/>
          <p:cNvSpPr/>
          <p:nvPr/>
        </p:nvSpPr>
        <p:spPr>
          <a:xfrm>
            <a:off x="7092086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92086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14846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9438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VM 안내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9438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Pod IP 확인·캡처</a:t>
            </a:r>
          </a:p>
        </p:txBody>
      </p:sp>
      <p:sp>
        <p:nvSpPr>
          <p:cNvPr id="24" name="Oval 23"/>
          <p:cNvSpPr/>
          <p:nvPr/>
        </p:nvSpPr>
        <p:spPr>
          <a:xfrm>
            <a:off x="9617659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17659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40419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05011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결과 제출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5011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체크리스트 제출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5주차 1차시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03 / 12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Pod IP의 문제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  <a:ea typeface="맑은 고딕"/>
                <a:cs typeface="맑은 고딕"/>
              </a:rPr>
              <a:t>왜 Pod IP로 직접 접속하면 안 될까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PART 1 · Pod IP의 문제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Pod의 IP는 계속 바뀐다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4주차에서 본 것처럼, Pod가 죽으면 새 Pod가 대신 만들어짐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새로 만들어진 Pod는 이전과 '다른' IP 주소를 받음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replicas: 2 처럼 Pod가 여러 개면, 어느 IP로 접속해야 할지도 애매함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🤔  그럼 어떻게 접속해야 할까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Pod의 IP를 직접 외우거나 코드에 박아두면 안 된다 — '고정된 진입점'이 필요하다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5주차 1차시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05 / 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Service란?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  <a:ea typeface="맑은 고딕"/>
                <a:cs typeface="맑은 고딕"/>
              </a:rPr>
              <a:t>흔들리지 않는 하나의 주소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PART 2 · Service란?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Service = 고정된 진입점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Service는 그 자신만의 고정된 IP·이름을 가짐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요청이 Service로 오면, 뒤에 있는 여러 Pod 중 하나로 자동 전달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Pod가 바뀌어도(IP가 달라져도) Service 주소는 그대로 유지됨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Service의 역할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solidFill>
            <a:srgbClr val="8A8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클라이언트 요청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Service (고정 주소)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Pod A / Pod B / Pod C (IP가 계속 바뀔 수 있음)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5주차 1차시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07 / 12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PART 2 · Service란?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Service가 Pod를 찾는 방법 — Label Selector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Pod를 만들 때 라벨(label)을 붙임 (예: app: myapp)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Service는 "app: myapp 라벨이 붙은 Pod 전부에게 전달해줘"라고 선언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Pod가 새로 생기거나 없어져도, 같은 라벨만 붙어 있으면 Service가 자동으로 인식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5주차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08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Killercoda — Service 개념 확인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지난 4주차에 만든 myapp Deployment(replicas 2) 재확인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kubectl get pods -o wide  — Pod마다 IP가 다른 것 확인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kubectl get pods -o wide 를 Pod 하나 삭제 후 다시 실행 → IP가 바뀐 것 확인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→ 다음 차시부터 이 문제를 Service로 직접 해결해봅니다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5주차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09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VM 안내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minikube start 및 myapp Deployment가 계속 떠 있는지 확인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kubectl get pods -o wide 로 IP 확인 캡처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다음 차시에 이 Deployment에 Service를 연결하는 실습이 이어집니다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5주차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10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Pod의 IP는 재생성될 때마다 바뀌어 불안정하다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Service = 라벨로 Pod를 찾아 연결해주는, 흔들리지 않는 고정 진입점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다음 차시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다음 차시 예고 — 5주차 2차시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Service의 세 가지 타입(ClusterIP·NodePort·LoadBalancer)을 비교하고, NodePort로 실제 접속해봅니다.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