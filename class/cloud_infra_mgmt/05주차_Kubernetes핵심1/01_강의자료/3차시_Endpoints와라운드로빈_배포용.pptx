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Endpoints와 라운드로빈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Service가 실제로 연결된 Pod 확인하기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Endpoints가 무엇인지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Service가 여러 Pod에 트래픽을 어떻게 분산하는지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반복 요청으로 라운드로빈 분산을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5주차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Endpoints·라운드로빈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 과제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Service 뒤에 실제로 연결된 Pod 목록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Service의 '연결 장부'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Service는 라벨로 Pod를 찾는다고 배웠음 (1차시)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결과 실제로 연결된 Pod들의 IP 목록이 Endpoints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Pod가 추가·삭제될 때마다 Endpoints도 자동으로 갱신됨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🔍  확인 명령어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kubectl get endpoints {서비스이름} — 지금 이 순간 연결된 Pod IP 목록을 그대로 보여줌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여러 Pod에 트래픽을 고르게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요청이 순서대로 나뉜다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Service로 요청이 여러 번 오면, 뒤의 Pod들에 순서대로 돌아가며 전달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1번째 요청→Pod A, 2번째→Pod B, 3번째→Pod A, 4번째→Pod B ...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이렇게 하면 특정 Pod 하나에만 부하가 몰리지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라운드로빈 예시 (Pod 2개)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요청 1,3,5... → Pod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요청 2,4,6... → Pod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직접 확인하는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for i in $(seq 1 10); do curl $(minikube service myapp --url); done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curl을 10번 반복 요청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매번 응답한 Pod의 hostname(컨테이너 ID)이 바뀌는지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Endpoints·라운드로빈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endpoints myapp  — 연결된 Pod IP 2개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for i in $(seq 1 10); do curl $(minikube service myapp --url); done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응답이 두 Pod 사이를 오가는지 관찰 (nginx 기본 페이지라 응답 내용은 같을 수 있음 — kubectl logs로 어느 Pod가 요청을 받았는지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제출 — 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kubectl get endpoints myapp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반복 curl 실행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5주차 1~3차시 실습을 종합해서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Endpoints = Service 뒤에 실제로 연결된 Pod IP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Service는 여러 Pod에 요청을 라운드로빈으로 고르게 분산한다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— ConfigMap, Secret 및 PV/PVC 상태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설정값과 비밀번호를 코드와 분리하는 ConfigMap·Secret, 그리고 데이터를 영구 저장하는 PV/PVC를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