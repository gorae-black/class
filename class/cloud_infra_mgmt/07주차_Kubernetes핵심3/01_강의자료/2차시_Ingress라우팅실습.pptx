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[표지]</a:t>
            </a:r>
          </a:p>
          <a:p/>
          <a:p>
            <a:r>
              <a:t>"7주차 2차시를 시작하겠습니다.</a:t>
            </a:r>
          </a:p>
          <a:p/>
          <a:p>
            <a:r>
              <a:t>지난 시간에 Ingress가 무엇인지, 왜 필요한지 배우고 컨트롤러까지 켜봤는데요, 오늘은 실제로 라우팅</a:t>
            </a:r>
          </a:p>
          <a:p>
            <a:r>
              <a:t>규칙을 작성해서 도메인 주소로 우리 서비스에 접속하는 데까지 직접 해보겠습니다."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학습 목표]</a:t>
            </a:r>
          </a:p>
          <a:p/>
          <a:p>
            <a:r>
              <a:t>"오늘 수업이 끝나면 여러분은 세 가지를 할 수 있게 됩니다.</a:t>
            </a:r>
          </a:p>
          <a:p/>
          <a:p>
            <a:r>
              <a:t>첫째, Ingress 리소스 YAML을 작성하는 방법을 이해하고,</a:t>
            </a:r>
          </a:p>
          <a:p>
            <a:r>
              <a:t>둘째, hosts 파일로 가짜 도메인을 매핑하는 원리를 이해하고,</a:t>
            </a:r>
          </a:p>
          <a:p>
            <a:r>
              <a:t>셋째 — 오늘 직접 해볼 건데 — 도메인 주소로 실제 서비스에 접속해봅니다."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진행 순서 (60분)]</a:t>
            </a:r>
          </a:p>
          <a:p/>
          <a:p>
            <a:r>
              <a:t>"오늘도 25분 개념 설명, 15분 Killercoda, 5분 안내, 5분 제출입니다."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1 섹션 표지 — Ingress 리소스 작성하기]</a:t>
            </a:r>
          </a:p>
          <a:p/>
          <a:p>
            <a:r>
              <a:t>"먼저 Ingress YAML을 어떻게 쓰는지부터 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[Ingress YAML의 핵심 구조]</a:t>
            </a:r>
          </a:p>
          <a:p/>
          <a:p>
            <a:r>
              <a:t>"Ingress YAML의 핵심은 `rules` 항목입니다. 이 아래에 `host`(도메인)와 `path`(경로)별로 라우팅 규칙을</a:t>
            </a:r>
          </a:p>
          <a:p>
            <a:r>
              <a:t>나열합니다.</a:t>
            </a:r>
          </a:p>
          <a:p/>
          <a:p>
            <a:r>
              <a:t>각 규칙은 `backend`에 연결할 Service 이름과 포트를 지정합니다. 예를 들어 `host`가 `myapp.local`이면</a:t>
            </a:r>
          </a:p>
          <a:p>
            <a:r>
              <a:t>`myapp-service:80`으로 연결한다는 식이에요.</a:t>
            </a:r>
          </a:p>
          <a:p/>
          <a:p>
            <a:r>
              <a:t>**(5주차 연결)** 여기서 backend에 지정하는 게 바로 5주차에서 배운 Service입니다. Ingress는 직접 Pod에</a:t>
            </a:r>
          </a:p>
          <a:p>
            <a:r>
              <a:t>연결하지 않고, 항상 Service를 거쳐서 연결됩니다."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2 섹션 표지 — hosts 파일로 가짜 도메인 만들기]</a:t>
            </a:r>
          </a:p>
          <a:p/>
          <a:p>
            <a:r>
              <a:t>"이제 실제로 도메인 주소처럼 접속하는 방법을 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[hosts 파일이 하는 일]</a:t>
            </a:r>
          </a:p>
          <a:p/>
          <a:p>
            <a:r>
              <a:t>"원래 우리가 아는 도메인 주소는, DNS 서버가 실제 IP 주소로 변환해줘야 접속이 됩니다.</a:t>
            </a:r>
          </a:p>
          <a:p/>
          <a:p>
            <a:r>
              <a:t>그런데 hosts 파일에 '도메인 - IP' 짝을 직접 적어두면, DNS 조회 없이 그 IP로 바로 연결됩니다. 오늘</a:t>
            </a:r>
          </a:p>
          <a:p>
            <a:r>
              <a:t>실습에서는 `myapp.local`이라는 가짜 도메인을 minikube의 IP에 매핑해볼 거예요.</a:t>
            </a:r>
          </a:p>
          <a:p/>
          <a:p>
            <a:r>
              <a:t>화면에 보이는 것처럼 `echo \"$(minikube ip) myapp.local\" | sudo tee -a /etc/hosts` 명령으로</a:t>
            </a:r>
          </a:p>
          <a:p>
            <a:r>
              <a:t>매핑하고, `curl http://myapp.local`로 접속을 확인합니다."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[이 실습이 실제 서비스와 다른 점]</a:t>
            </a:r>
          </a:p>
          <a:p/>
          <a:p>
            <a:r>
              <a:t>"한 가지 짚고 넘어갈 게 있는데요, 실제 서비스는 공인 DNS 서버에 도메인을 등록해서 전 세계 어디서든</a:t>
            </a:r>
          </a:p>
          <a:p>
            <a:r>
              <a:t>접속할 수 있게 합니다.</a:t>
            </a:r>
          </a:p>
          <a:p/>
          <a:p>
            <a:r>
              <a:t>**(중요한 구분)** 하지만 오늘 우리는 내 VM의 hosts 파일만 수정하는 거라서, 이 도메인은 **내 VM</a:t>
            </a:r>
          </a:p>
          <a:p>
            <a:r>
              <a:t>안에서만** 동작합니다. 다른 컴퓨터에서는 `myapp.local`을 쳐도 연결되지 않아요.</a:t>
            </a:r>
          </a:p>
          <a:p/>
          <a:p>
            <a:r>
              <a:t>그래도 Ingress가 도메인을 보고 라우팅을 처리하는 원리 자체는 완전히 동일합니다. hosts 매핑은 그</a:t>
            </a:r>
          </a:p>
          <a:p>
            <a:r>
              <a:t>원리를 배우기 위한 '로컬 실습용 흉내'라고 생각하시면 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[Killercoda — 경로 기반 라우팅 실습]</a:t>
            </a:r>
          </a:p>
          <a:p/>
          <a:p>
            <a:r>
              <a:t>"자, 직접 해보겠습니다.</a:t>
            </a:r>
          </a:p>
          <a:p/>
          <a:p>
            <a:r>
              <a:t>`/ko`, `/en` 경로로 서로 다른 컨테이너에 연결되는 Ingress YAML을 작성하세요. `kubectl apply`로</a:t>
            </a:r>
          </a:p>
          <a:p>
            <a:r>
              <a:t>적용한 다음, 각 경로로 curl 요청을 보내서 서로 다른 응답이 오는지 확인해보세요.</a:t>
            </a:r>
          </a:p>
          <a:p/>
          <a:p>
            <a:r>
              <a:t>**(관찰 포인트)** path 규칙이 host 규칙과 함께 어떻게 매칭되는지 잘 관찰해보세요. 같은 도메인이라도</a:t>
            </a:r>
          </a:p>
          <a:p>
            <a:r>
              <a:t>경로에 따라 다른 곳으로 연결되는 걸 직접 눈으로 확인하는 게 오늘 실습의 핵심입니다.</a:t>
            </a:r>
          </a:p>
          <a:p/>
          <a:p>
            <a:r>
              <a:t>**(화면 공유해 실제로 시연)** 제가 먼저 보여드릴게요."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[VM 안내 — hosts 매핑+도메인 접속]</a:t>
            </a:r>
          </a:p>
          <a:p/>
          <a:p>
            <a:r>
              <a:t>"개인 VM에서 다음을 진행하세요.</a:t>
            </a:r>
          </a:p>
          <a:p/>
          <a:p>
            <a:r>
              <a:t>첫째, `echo \"$(minikube ip) myapp.local\" | sudo tee -a /etc/hosts` 명령으로 도메인을 매핑하세요.</a:t>
            </a:r>
          </a:p>
          <a:p>
            <a:r>
              <a:t>**(sudo 안내)** 이때 VM 계정 비밀번호를 입력해야 합니다.</a:t>
            </a:r>
          </a:p>
          <a:p/>
          <a:p>
            <a:r>
              <a:t>둘째, `myapp.local`을 host로 지정하는 ingress.yaml을 작성하고 적용하세요.</a:t>
            </a:r>
          </a:p>
          <a:p/>
          <a:p>
            <a:r>
              <a:t>셋째, `curl http://myapp.local`로 접속에 성공한 화면을 캡처해서 제출하시면 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정리]</a:t>
            </a:r>
          </a:p>
          <a:p/>
          <a:p>
            <a:r>
              <a:t>"오늘 배운 내용, 두 가지로 정리하겠습니다.</a:t>
            </a:r>
          </a:p>
          <a:p/>
          <a:p>
            <a:r>
              <a:t>첫째, **Ingress YAML의 rules에 host/path별 backend Service를 지정해 라우팅 규칙을 만든다.**</a:t>
            </a:r>
          </a:p>
          <a:p>
            <a:r>
              <a:t>둘째, **hosts 파일에 도메인-IP를 매핑하면, 로컬 환경에서도 도메인 주소로 접속을 흉내낼 수 있다.**"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[다음 차시 예고]</a:t>
            </a:r>
          </a:p>
          <a:p/>
          <a:p>
            <a:r>
              <a:t>"다음 3차시에서는 K8s가 장애 상황에서 스스로 복구하는 **자가치유** 능력을 직접 확인하고, 4주차부터</a:t>
            </a:r>
          </a:p>
          <a:p>
            <a:r>
              <a:t>오늘까지 배운 K8s 핵심 내용을 함께 정리합니다.</a:t>
            </a:r>
          </a:p>
          <a:p/>
          <a:p>
            <a:r>
              <a:t>오늘 수업은 여기까지입니다. Killercoda와 VM 실습 모두 완료해서 제출해주시고, 궁금한 점은 LMS Q&amp;A</a:t>
            </a:r>
          </a:p>
          <a:p>
            <a:r>
              <a:t>게시판에 남겨주세요. 수고하셨습니다!"</a:t>
            </a:r>
          </a:p>
          <a:p/>
          <a:p>
            <a:r>
              <a:t>---</a:t>
            </a:r>
          </a:p>
          <a:p/>
          <a:p>
            <a:r>
              <a:t>## 강의자 참고 — 예상 질문 &amp; 답변</a:t>
            </a:r>
          </a:p>
          <a:p/>
          <a:p>
            <a:r>
              <a:t>| 예상 질문 | 답변 가이드 |</a:t>
            </a:r>
          </a:p>
          <a:p>
            <a:r>
              <a:t>|---|---|</a:t>
            </a:r>
          </a:p>
          <a:p>
            <a:r>
              <a:t>| "curl http://myapp.local이 안 돼요" | 대부분 세 가지 원인입니다. ① hosts 파일에 매핑이 제대로 저장됐는지(`cat /etc/hosts`로 확인), ② Ingress 컨트롤러 Pod가 Running 상태인지, ③ ingress.yaml의 host 값과 curl 주소가 정확히 일치하는지 확인해보세요. |</a:t>
            </a:r>
          </a:p>
          <a:p>
            <a:r>
              <a:t>| "hosts 파일을 잘못 건드리면 문제가 생기나요?" | 맨 아래에 한 줄만 추가하는 거라 기존 설정에는 영향이 없습니다. 다만 실습이 끝난 후 불필요해지면 그 줄만 지워도 무방합니다. |</a:t>
            </a:r>
          </a:p>
          <a:p>
            <a:r>
              <a:t>| "실제 회사에서는 DNS를 어떻게 설정하나요?" | 도메인 등록기관에서 도메인을 구매하고, 그 도메인의 DNS 레코드가 클러스터의 공인 IP(보통 Ingress 컨트롤러의 LoadBalancer IP)를 가리키도록 설정합니다. 오늘 배운 hosts 매핑은 이 과정을 개인 VM 안에서 흉내낸 것입니다.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7주차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Ingress 라우팅 규칙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가짜 도메인으로 실제 서비스 접속하기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영남이공대학교 김지윤교수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1.  Ingress 리소스 YAML을 작성하는 방법을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2.  hosts 파일로 가짜 도메인을 매핑하는 원리를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3.  도메인 주소로 실제 서비스에 접속해본다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2차시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3495751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6021324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8546896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8292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7" name="Oval 16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Killercoda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3865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경로 기반 라우팅 실습</a:t>
            </a:r>
          </a:p>
        </p:txBody>
      </p:sp>
      <p:sp>
        <p:nvSpPr>
          <p:cNvPr id="22" name="Oval 21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안내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9438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hosts 매핑+도메인 접속</a:t>
            </a:r>
          </a:p>
        </p:txBody>
      </p:sp>
      <p:sp>
        <p:nvSpPr>
          <p:cNvPr id="27" name="Oval 26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제출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5011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2차시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Ingress 리소스 작성하기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라우팅 규칙을 YAML로 선언한다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Ingress 작성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Ingress YAML의 핵심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rules: 아래에 host(도메인)와 path(경로)별 라우팅 규칙을 나열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각 규칙은 backend에 연결할 Service 이름과 포트를 지정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예: host가 myapp.local이면 → myapp-service:80 으로 연결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hosts 파일로 가짜 도메인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우리 VM만의 로컬 도메인 매핑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가짜 도메인 매핑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hosts 파일이 하는 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원래 도메인 주소는 DNS 서버가 실제 IP로 변환해줌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hosts 파일에 '도메인 - IP' 짝을 직접 적어두면, DNS 조회 없이 그 IP로 바로 연결됨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실습에서는 myapp.local 같은 가짜 도메인을 minikube IP에 매핑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실습 명령어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echo "$(minikube ip) myapp.local" | sudo tee -a /etc/hosts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2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curl http://myapp.local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2차시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07 / 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가짜 도메인 매핑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이 실습이 실제 서비스와 다른 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실제 서비스는 공인 DNS에 도메인을 등록해 전 세계에서 접속 가능하게 함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오늘은 내 VM의 hosts 파일만 수정하므로, 내 VM에서만 그 도메인이 동작함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하지만 Ingress가 라우팅을 처리하는 원리 자체는 완전히 동일함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💡  hosts 매핑은 '로컬 실습용 흉내'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원리를 배우기 위한 방법이며, 실제 서비스에서는 DNS 등록으로 대체된다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2차시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경로 기반 라우팅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/ko, /en 경로로 서로 다른 컨테이너에 연결되는 Ingress YAML 작성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kubectl apply 후 각 경로로 curl 요청을 보내 다른 응답이 오는지 확인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path 규칙이 host 규칙과 함께 어떻게 매칭되는지 관찰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안내 — hosts 매핑+도메인 접속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echo "$(minikube ip) myapp.local" | sudo tee -a /etc/hosts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myapp.local을 host로 지정하는 ingress.yaml 작성 및 적용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curl http://myapp.local 로 도메인 주소 접속 성공 화면 캡처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7주차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Ingress YAML의 rules에 host/path별 backend Service를 지정해 라우팅 규칙을 만든다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hosts 파일에 도메인-IP를 매핑하면, 로컬 환경에서도 도메인 주소로 접속을 흉내낼 수 있다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7주차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K8s가 장애 상황에서 스스로 복구하는 자가치유(Self-Healing) 능력을 직접 확인하고, 4주차부터 7주차까지 배운 K8s 핵심 내용을 정리합니다.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