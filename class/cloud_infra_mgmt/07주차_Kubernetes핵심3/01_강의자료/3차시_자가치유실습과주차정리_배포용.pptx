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자가치유 실습과 4~7주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K8s가 스스로 복구하는 능력을 확인하다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K8s의 자가치유(Self-Healing)가 무엇인지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Pod를 강제로 삭제해 자동 복구 과정을 직접 관찰한다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4~7주차에서 배운 K8s 핵심 오브젝트를 종합 정리한다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7주차 3차시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자가치유 관찰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4~7주 종합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K8s의 자가치유란?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선언한 상태를 스스로 지켜낸다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자가치유란?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"원하는 상태"를 선언하면 K8s가 지킨다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4주차에서 배운 Deployment는 '몇 개의 Pod를 유지할지'를 선언적으로 명시함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K8s는 이 선언된 상태와 실제 상태를 계속 비교하며, 다르면 스스로 맞춰나감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Pod가 죽거나 삭제되면, K8s가 즉시 감지하고 새 Pod를 자동으로 생성함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🔁  이것이 바로 자가치유(Self-Healing)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사람이 일일이 재시작시킬 필요 없이, K8s가 알아서 '원하는 상태'로 복구한다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자가치유 직접 확인하기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Pod를 지워도 다시 살아난다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자가치유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실시간 모니터링하며 삭제해보기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kubectl get pods -w &amp; 로 Pod 상태를 실시간으로 지켜봄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다른 터미널에서 kubectl delete pod {pod-name} 으로 강제 삭제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삭제된 즉시 K8s가 새 Pod를 자동 생성하는 과정이 화면에 그대로 나타남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실습 명령어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kubectl get pods -w &amp;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kubectl delete pod {pod-name}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→ Terminating → 자동 재생성 → Running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자가치유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6주차 연결 — 데이터도 함께 지켜진다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6주차에서 PV/PVC로 MySQL 데이터가 Pod 재생성 후에도 유지됨을 확인했음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자가치유(Pod 재생성) + 데이터 영속성(PV/PVC)이 합쳐지면, 장애가 나도 서비스가 데이터 손실 없이 스스로 복구됨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이것이 K8s를 실무에서 쓰는 핵심 이유 중 하나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자가치유 관찰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-w &amp; 로 실시간 모니터링 시작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delete pod {pod-name} 으로 임의의 Pod 강제 삭제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Terminating → 새 Pod 생성 → Running 까지의 과정을 화면으로 관찰 및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및 4~7주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개인 VM에서 동일하게 Pod 강제 삭제 후 자동 복구 과정 캡처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⚠ minikube 재시작 직후라면 Ingress 컨트롤러 준비까지 10~20초 대기 필요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4주차(Pod/Deployment)~7주차(Ingress/자가치유) 실습을 종합 정리해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3 · 주차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4~7주차 한눈에 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2377440" cy="685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주차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4206240" cy="68580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핵심 오브젝트/개념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00200"/>
            <a:ext cx="4206240" cy="685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600200"/>
            <a:ext cx="4206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한 줄 요약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286000"/>
            <a:ext cx="23774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28600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4주차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28600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2860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Pod, Deployment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28600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2860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컨테이너를 감싸는 최소 단위 + 원하는 개수를 선언적으로 유지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971800"/>
            <a:ext cx="2377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97180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5주차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9718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9718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Service, Endpoints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9718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9718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Pod에 안정적인 접속 경로 제공 + 라운드로빈 분산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657600"/>
            <a:ext cx="23774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65760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6주차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65760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6576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ConfigMap/Secret, PV/PVC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657600"/>
            <a:ext cx="420624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6576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설정·비밀정보 분리 + 데이터 영속성 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343400"/>
            <a:ext cx="2377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343400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7주차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3434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43434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Ingress, 자가치유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3434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7" y="4343400"/>
            <a:ext cx="398678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여러 서비스를 도메인으로 통합 + 장애 시 스스로 복구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3차시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8주차 — 중간고사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1~3주차 Docker와 4~7주차 Kubernetes 전체 내용을 복습하고 온라인 중간고사를 치릅니다. 다음 시간까지 지금껏 제출한 실습 결과물을 스스로 복기해보세요.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