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Ingress 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여러 서비스를 하나의 진입점으로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Service만으로는 부족한 상황을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Ingress가 무엇이고 왜 필요한지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Ingress의 도메인/경로 기반 라우팅 원리를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Ingress 존재 확인·구조 탐색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 환경 사전 점검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Service만으로는 부족하다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여러 서비스가 늘어날수록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Service의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서비스가 여러 개라면?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5주차에서 배운 NodePort는 서비스마다 다른 포트 번호를 외워야 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서비스가 3개, 5개로 늘어나면 포트 번호 관리가 점점 번거로워짐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외부 사용자 입장에서도 '포트 번호'가 아니라 '도메인 주소'로 접속하고 싶음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🤔  예: 블로그도, 쇼핑몰도, API도 각각 다른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blog.mysite.com, shop.mysite.com처럼 도메인으로 구분해서 접속하고 싶다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Ingress란?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하나의 진입점, 여러 목적지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Ingress란?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하나의 진입점으로 여러 서비스 연결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Ingress = 클러스터 외부 요청을 받아, 규칙에 따라 알맞은 Service로 안내하는 K8s 오브젝트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L7(애플리케이션 계층) 라우팅 — 도메인 주소나 URL 경로를 보고 목적지를 결정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외부에서는 Ingress 하나의 주소만 알면 되고, 나머지는 Ingress가 알아서 분배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Ingress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외부 요청 (도메인/경로)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Ingress (라우팅 규칙 판단)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Service A / Service B / Service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Ingress란?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라우팅 규칙의 두 가지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도메인 기반: blog.mysite.com → Service A, shop.mysite.com → Service B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경로 기반: mysite.com/ko → 한국어 서비스, mysite.com/en → 영어 서비스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Ingress 리소스에 이 규칙들을 YAML로 선언하면, Ingress 컨트롤러가 실제로 트래픽을 분배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Ingress 존재 확인·구조 탐색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addons enable ingress 로 Ingress 컨트롤러 활성화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-n ingress-nginx 로 컨트롤러 Pod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기존 ingress-nginx 예제 YAML을 kubectl explain ingress로 구조 살펴보기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VM에서도 minikube addons enable ingress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-n ingress-nginx 로 컨트롤러가 Running인지 확인 후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2차시에 이 컨트롤러를 이용해 실제 라우팅 규칙을 만들어봅니다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Ingress는 클러스터 외부 요청을 도메인/경로 규칙에 따라 알맞은 Service로 안내한다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외부에서는 Ingress 하나의 주소만 알면, 여러 Service를 포트 번호 없이 이용할 수 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7주차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활성화한 Ingress 컨트롤러를 이용해, hosts 파일로 가짜 도메인을 만들고 실제로 도메인 주소로 서비스에 접속하는 라우팅 규칙을 직접 작성합니다.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