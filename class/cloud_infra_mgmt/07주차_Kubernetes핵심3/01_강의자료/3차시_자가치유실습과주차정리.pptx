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"7주차 마지막 시간, 3차시를 시작하겠습니다.</a:t>
            </a:r>
          </a:p>
          <a:p/>
          <a:p>
            <a:r>
              <a:t>지난 시간까지 Pod, Service, ConfigMap, PV/PVC, Ingress까지 K8s의 주요 오브젝트를 하나씩 배웠는데요,</a:t>
            </a:r>
          </a:p>
          <a:p>
            <a:r>
              <a:t>오늘은 이 모든 걸 K8s가 왜 특별한지 보여주는 능력, 바로 **자가치유**로 마무리하겠습니다. 그리고 다음</a:t>
            </a:r>
          </a:p>
          <a:p>
            <a:r>
              <a:t>주 중간고사를 앞두고 4주차부터 오늘까지 배운 내용을 함께 정리하겠습니다."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K8s의 자가치유가 무엇인지 이해하고,</a:t>
            </a:r>
          </a:p>
          <a:p>
            <a:r>
              <a:t>둘째 — 오늘 직접 해볼 건데 — Pod를 강제로 삭제해 자동 복구 과정을 직접 관찰하고,</a:t>
            </a:r>
          </a:p>
          <a:p>
            <a:r>
              <a:t>셋째, 4주차부터 7주차까지 배운 K8s 핵심 오브젝트를 종합 정리합니다."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7주차 마지막이자 K8s 단원의</a:t>
            </a:r>
          </a:p>
          <a:p>
            <a:r>
              <a:t>마지막 수업이니, 정리 부분을 특히 집중해서 들어주세요."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K8s의 자가치유란?]</a:t>
            </a:r>
          </a:p>
          <a:p/>
          <a:p>
            <a:r>
              <a:t>"먼저 자가치유가 어떤 원리로 동작하는지부터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["원하는 상태"를 선언하면 K8s가 지킨다]</a:t>
            </a:r>
          </a:p>
          <a:p/>
          <a:p>
            <a:r>
              <a:t>"4주차에서 Deployment를 배울 때, '몇 개의 Pod를 유지할지'를 선언적으로 명시한다고 했었죠. 기억</a:t>
            </a:r>
          </a:p>
          <a:p>
            <a:r>
              <a:t>나시나요?</a:t>
            </a:r>
          </a:p>
          <a:p/>
          <a:p>
            <a:r>
              <a:t>여기서 핵심은, K8s가 이 선언된 상태와 **실제 상태**를 끊임없이 비교하고 있다는 겁니다. 만약 둘이</a:t>
            </a:r>
          </a:p>
          <a:p>
            <a:r>
              <a:t>다르면 — 예를 들어 Pod 3개를 원하는데 실제로는 2개만 떠 있다면 — K8s는 스스로 부족한 만큼 Pod를 새로</a:t>
            </a:r>
          </a:p>
          <a:p>
            <a:r>
              <a:t>만들어서 맞춰갑니다.</a:t>
            </a:r>
          </a:p>
          <a:p/>
          <a:p>
            <a:r>
              <a:t>**(핵심 강조)** Pod가 죽거나 누군가 실수로 삭제해도, K8s가 즉시 감지하고 새 Pod를 자동으로 생성합니다.</a:t>
            </a:r>
          </a:p>
          <a:p>
            <a:r>
              <a:t>이게 바로 **자가치유(Self-Healing)**입니다. 사람이 일일이 재시작시킬 필요가 없어요."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자가치유 직접 확인하기]</a:t>
            </a:r>
          </a:p>
          <a:p/>
          <a:p>
            <a:r>
              <a:t>"말로만 들으면 잘 안 와닿으니, 직접 눈으로 확인해보겠습니다."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[실시간 모니터링하며 삭제해보기]</a:t>
            </a:r>
          </a:p>
          <a:p/>
          <a:p>
            <a:r>
              <a:t>"방법은 이렇습니다. 먼저 `kubectl get pods -w &amp;` 명령으로 Pod 상태를 실시간으로 지켜보는 창을 하나</a:t>
            </a:r>
          </a:p>
          <a:p>
            <a:r>
              <a:t>켜둡니다. `-w`는 watch, 즉 상태가 바뀔 때마다 화면에 계속 출력해주는 옵션이에요.</a:t>
            </a:r>
          </a:p>
          <a:p/>
          <a:p>
            <a:r>
              <a:t>그 상태에서 다른 터미널로 `kubectl delete pod {pod-name}`을 실행해서 Pod를 강제로 삭제합니다.</a:t>
            </a:r>
          </a:p>
          <a:p/>
          <a:p>
            <a:r>
              <a:t>**(관찰 포인트)** 그러면 삭제된 즉시, 지켜보고 있던 화면에 Terminating이 뜨고, 이어서 K8s가 자동으로</a:t>
            </a:r>
          </a:p>
          <a:p>
            <a:r>
              <a:t>새 Pod를 생성하는 과정이 실시간으로 나타납니다. Pending → ContainerCreating → Running까지, 사람이</a:t>
            </a:r>
          </a:p>
          <a:p>
            <a:r>
              <a:t>아무것도 안 했는데 순식간에 복구되는 걸 볼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[6주차 연결 — 데이터도 함께 지켜진다]</a:t>
            </a:r>
          </a:p>
          <a:p/>
          <a:p>
            <a:r>
              <a:t>"**(6주차 연결)** 지난 6주차에서 우리가 PV/PVC로 MySQL Pod를 삭제했다가 다시 확인했을 때, 데이터가</a:t>
            </a:r>
          </a:p>
          <a:p>
            <a:r>
              <a:t>그대로 남아있었던 거 기억하시나요?</a:t>
            </a:r>
          </a:p>
          <a:p/>
          <a:p>
            <a:r>
              <a:t>바로 그겁니다 — 자가치유로 Pod가 자동 재생성되고, PV/PVC로 데이터가 계속 유지됩니다. 이 둘이</a:t>
            </a:r>
          </a:p>
          <a:p>
            <a:r>
              <a:t>합쳐지면, 장애가 발생해도 서비스가 데이터 손실 없이 스스로 복구되는 거예요.</a:t>
            </a:r>
          </a:p>
          <a:p/>
          <a:p>
            <a:r>
              <a:t>**(중요성 강조)** 이게 바로 K8s를 실무에서 널리 쓰는 핵심 이유 중 하나입니다. 사람이 밤새 장애 대응을</a:t>
            </a:r>
          </a:p>
          <a:p>
            <a:r>
              <a:t>할 필요 없이, 시스템이 스스로 복구합니다."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자가치유 관찰 실습]</a:t>
            </a:r>
          </a:p>
          <a:p/>
          <a:p>
            <a:r>
              <a:t>"자, 직접 해보겠습니다.</a:t>
            </a:r>
          </a:p>
          <a:p/>
          <a:p>
            <a:r>
              <a:t>`kubectl get pods -w &amp;`로 실시간 모니터링을 시작하세요. 그다음 `kubectl delete pod {pod-name}`으로</a:t>
            </a:r>
          </a:p>
          <a:p>
            <a:r>
              <a:t>임의의 Pod를 강제로 삭제하세요.</a:t>
            </a:r>
          </a:p>
          <a:p/>
          <a:p>
            <a:r>
              <a:t>Terminating부터 새 Pod가 Running이 되기까지의 과정을 화면으로 관찰하고 캡처하세요.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및 4~7주 종합 제출]</a:t>
            </a:r>
          </a:p>
          <a:p/>
          <a:p>
            <a:r>
              <a:t>"개인 VM에서도 동일하게 Pod를 강제로 삭제하고 자동 복구 과정을 캡처해주세요.</a:t>
            </a:r>
          </a:p>
          <a:p/>
          <a:p>
            <a:r>
              <a:t>**(주의사항)** 만약 minikube를 재시작한 상태로 이어서 실습한다면, 재시작 직후에는 Ingress</a:t>
            </a:r>
          </a:p>
          <a:p>
            <a:r>
              <a:t>컨트롤러가 아직 준비되지 않아서 kubectl apply나 접속이 실패할 수 있습니다. 10~20초 정도 기다린 뒤</a:t>
            </a:r>
          </a:p>
          <a:p>
            <a:r>
              <a:t>진행해주세요.</a:t>
            </a:r>
          </a:p>
          <a:p/>
          <a:p>
            <a:r>
              <a:t>오늘이 7주차 마지막 시간이자 K8s 단원의 마지막 수업이니, 4주차(Pod/Deployment)부터 7주차</a:t>
            </a:r>
          </a:p>
          <a:p>
            <a:r>
              <a:t>(Ingress/자가치유)까지의 실습을 종합 정리해서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[4~7주차 한눈에 정리]</a:t>
            </a:r>
          </a:p>
          <a:p/>
          <a:p>
            <a:r>
              <a:t>"자, 여기서 4주차부터 오늘까지 배운 내용을 한눈에 정리해보겠습니다.</a:t>
            </a:r>
          </a:p>
          <a:p/>
          <a:p>
            <a:r>
              <a:t>4주차는 **Pod와 Deployment** — 컨테이너를 감싸는 최소 단위와, 원하는 개수를 선언적으로 유지하는</a:t>
            </a:r>
          </a:p>
          <a:p>
            <a:r>
              <a:t>방법을 배웠습니다.</a:t>
            </a:r>
          </a:p>
          <a:p/>
          <a:p>
            <a:r>
              <a:t>5주차는 **Service와 Endpoints** — Pod에 안정적인 접속 경로를 제공하고, 여러 Pod에 트래픽을 라운드로빈</a:t>
            </a:r>
          </a:p>
          <a:p>
            <a:r>
              <a:t>방식으로 분산하는 방법을 배웠습니다.</a:t>
            </a:r>
          </a:p>
          <a:p/>
          <a:p>
            <a:r>
              <a:t>6주차는 **ConfigMap/Secret과 PV/PVC** — 설정과 비밀정보를 코드에서 분리하고, 데이터를 영구적으로</a:t>
            </a:r>
          </a:p>
          <a:p>
            <a:r>
              <a:t>보관하는 방법을 배웠습니다.</a:t>
            </a:r>
          </a:p>
          <a:p/>
          <a:p>
            <a:r>
              <a:t>7주차, 오늘까지는 **Ingress와 자가치유** — 여러 서비스를 도메인 주소로 통합하고, 장애가 나도 시스템이</a:t>
            </a:r>
          </a:p>
          <a:p>
            <a:r>
              <a:t>스스로 복구되는 걸 배웠습니다.</a:t>
            </a:r>
          </a:p>
          <a:p/>
          <a:p>
            <a:r>
              <a:t>**(중간고사 예고)** 다음 주가 중간고사입니다. 이 4주차부터 7주차까지 K8s 내용이 시험 범위의 절반을</a:t>
            </a:r>
          </a:p>
          <a:p>
            <a:r>
              <a:t>차지하니, 오늘 화면에 나온 표를 기준으로 각 주차의 핵심 오브젝트와 명령어를 꼭 복습해오세요."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8주차는 **중간고사**입니다. 1~3주차 Docker와 4~7주차 Kubernetes 전체 내용을 복습한 후 온라인으로</a:t>
            </a:r>
          </a:p>
          <a:p>
            <a:r>
              <a:t>시험을 치릅니다.</a:t>
            </a:r>
          </a:p>
          <a:p/>
          <a:p>
            <a:r>
              <a:t>다음 시간까지 지금껏 제출했던 실습 결과물들을 스스로 한번 복기해보시는 걸 추천합니다. 특히 각 주차의</a:t>
            </a:r>
          </a:p>
          <a:p>
            <a:r>
              <a:t>명령어들을 손으로 다시 쳐보면 훨씬 잘 기억날 거예요.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[7주차, 그리고 Kubernetes 단원을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7주차, 그리고 K8s 단원 전체 수고 많으셨습니다! 4주차부터 오늘까지, K8s의 핵심 오브젝트를 전부 직접</a:t>
            </a:r>
          </a:p>
          <a:p>
            <a:r>
              <a:t>다뤄보셨습니다. 다음 주 중간고사 준비 잘 하시고, 좋은 결과 있길 바랍니다."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"Pod를 계속 삭제하면 무한 반복되나요?" | 네, Deployment가 살아있는 한 계속 반복됩니다. 이게 자가치유의 핵심입니다. 다만 이미지 자체에 오류가 있어서 시작이 안 되는 경우(CrashLoopBackOff)라면 계속 재시작만 반복하며 실패할 수 있는데, 이건 자가치유가 못 고치는 '코드 자체의 문제'입니다. |</a:t>
            </a:r>
          </a:p>
          <a:p>
            <a:r>
              <a:t>| "노드(VM) 전체가 죽으면 자가치유가 되나요?" | 오늘 배운 자가치유는 Pod 단위 복구입니다. 노드 자체가 죽는 경우는 다중 노드 클러스터에서 K8s가 다른 노드로 Pod를 옮겨서 복구하는데, 이 과목에서 쓰는 minikube는 단일 노드라 이 시나리오는 다루지 않습니다. |</a:t>
            </a:r>
          </a:p>
          <a:p>
            <a:r>
              <a:t>| "중간고사에 실습 문제도 나오나요?" | 8주차 안내에 따라 이론뿐 아니라 kubectl 명령어 서술형과 YAML 오류 수정 문제도 포함됩니다. 지금까지의 실습 결과물과 각 주차 핵심 명령어를 꼭 복습해오세요.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자가치유 실습과 4~7주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K8s가 스스로 복구하는 능력을 확인하다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K8s의 자가치유(Self-Healing)가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Pod를 강제로 삭제해 자동 복구 과정을 직접 관찰한다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4~7주차에서 배운 K8s 핵심 오브젝트를 종합 정리한다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자가치유 관찰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4~7주 종합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K8s의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선언한 상태를 스스로 지켜낸다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"원하는 상태"를 선언하면 K8s가 지킨다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4주차에서 배운 Deployment는 '몇 개의 Pod를 유지할지'를 선언적으로 명시함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이 선언된 상태와 실제 상태를 계속 비교하며, 다르면 스스로 맞춰나감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Pod가 죽거나 삭제되면, K8s가 즉시 감지하고 새 Pod를 자동으로 생성함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🔁  이것이 바로 자가치유(Self-Healing)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일일이 재시작시킬 필요 없이, K8s가 알아서 '원하는 상태'로 복구한다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자가치유 직접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Pod를 지워도 다시 살아난다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실시간 모니터링하며 삭제해보기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-w &amp; 로 Pod 상태를 실시간으로 지켜봄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다른 터미널에서 kubectl delete pod {pod-name} 으로 강제 삭제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삭제된 즉시 K8s가 새 Pod를 자동 생성하는 과정이 화면에 그대로 나타남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get pods -w &amp;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delete pod {pod-name}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→ Terminating → 자동 재생성 →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연결 — 데이터도 함께 지켜진다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6주차에서 PV/PVC로 MySQL 데이터가 Pod 재생성 후에도 유지됨을 확인했음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자가치유(Pod 재생성) + 데이터 영속성(PV/PVC)이 합쳐지면, 장애가 나도 서비스가 데이터 손실 없이 스스로 복구됨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이것이 K8s를 실무에서 쓰는 핵심 이유 중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자가치유 관찰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-w &amp; 로 실시간 모니터링 시작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delete pod {pod-name} 으로 임의의 Pod 강제 삭제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Terminating → 새 Pod 생성 → Running 까지의 과정을 화면으로 관찰 및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4~7주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동일하게 Pod 강제 삭제 후 자동 복구 과정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재시작 직후라면 Ingress 컨트롤러 준비까지 10~20초 대기 필요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4주차(Pod/Deployment)~7주차(Ingress/자가치유) 실습을 종합 정리해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주차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4~7주차 한눈에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주차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오브젝트/개념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860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4주차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Pod,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컨테이너를 감싸는 최소 단위 + 원하는 개수를 선언적으로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718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718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5주차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Service, 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Pod에 안정적인 접속 경로 제공 + 라운드로빈 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576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576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6주차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ConfigMap/Secret, PV/PVC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설정·비밀정보 분리 + 데이터 영속성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3434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7주차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Ingress, 자가치유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여러 서비스를 도메인으로 통합 + 장애 시 스스로 복구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8주차 — 중간고사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1~3주차 Docker와 4~7주차 Kubernetes 전체 내용을 복습하고 온라인 중간고사를 치릅니다. 다음 시간까지 지금껏 제출한 실습 결과물을 스스로 복기해보세요.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7주차, 그리고 Kubernetes 단원을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4주차부터 오늘까지, K8s의 핵심 오브젝트를 전부 직접 다뤄보셨습니다. 다음 주 중간고사 준비 잘 하시고, 좋은 결과 있길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