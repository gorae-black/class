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7주차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Ingress 라우팅 규칙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가짜 도메인으로 실제 서비스 접속하기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Ingress 리소스 YAML을 작성하는 방법을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hosts 파일로 가짜 도메인을 매핑하는 원리를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도메인 주소로 실제 서비스에 접속해본다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8292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8292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292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9" name="Oval 18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3865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3865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3865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경로 기반 라우팅 실습</a:t>
            </a:r>
          </a:p>
        </p:txBody>
      </p:sp>
      <p:sp>
        <p:nvSpPr>
          <p:cNvPr id="26" name="Oval 25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9438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9438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9438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hosts 매핑+도메인 접속</a:t>
            </a:r>
          </a:p>
        </p:txBody>
      </p:sp>
      <p:sp>
        <p:nvSpPr>
          <p:cNvPr id="33" name="Oval 32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5011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5011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5011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2차시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Ingress 리소스 작성하기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라우팅 규칙을 YAML로 선언한다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Ingress 작성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Ingress YAML의 핵심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rules: 아래에 host(도메인)와 path(경로)별 라우팅 규칙을 나열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각 규칙은 backend에 연결할 Service 이름과 포트를 지정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예: host가 myapp.local이면 → myapp-service:80 으로 연결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hosts 파일로 가짜 도메인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우리 VM만의 로컬 도메인 매핑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가짜 도메인 매핑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hosts 파일이 하는 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원래 도메인 주소는 DNS 서버가 실제 IP로 변환해줌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hosts 파일에 '도메인 - IP' 짝을 직접 적어두면, DNS 조회 없이 그 IP로 바로 연결됨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실습에서는 myapp.local 같은 가짜 도메인을 minikube IP에 매핑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실습 명령어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echo "$(minikube ip) myapp.local" | sudo tee -a /etc/hosts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curl http://myapp.local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2차시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가짜 도메인 매핑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이 실습이 실제 서비스와 다른 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실제 서비스는 공인 DNS에 도메인을 등록해 전 세계에서 접속 가능하게 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오늘은 내 VM의 hosts 파일만 수정하므로, 내 VM에서만 그 도메인이 동작함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하지만 Ingress가 라우팅을 처리하는 원리 자체는 완전히 동일함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💡  hosts 매핑은 '로컬 실습용 흉내'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원리를 배우기 위한 방법이며, 실제 서비스에서는 DNS 등록으로 대체된다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경로 기반 라우팅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/ko, /en 경로로 서로 다른 컨테이너에 연결되는 Ingress YAML 작성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apply 후 각 경로로 curl 요청을 보내 다른 응답이 오는지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path 규칙이 host 규칙과 함께 어떻게 매칭되는지 관찰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hosts 매핑+도메인 접속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echo "$(minikube ip) myapp.local" | sudo tee -a /etc/hosts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myapp.local을 host로 지정하는 ingress.yaml 작성 및 적용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curl http://myapp.local 로 도메인 주소 접속 성공 화면 캡처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Ingress YAML의 rules에 host/path별 backend Service를 지정해 라우팅 규칙을 만든다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hosts 파일에 도메인-IP를 매핑하면, 로컬 환경에서도 도메인 주소로 접속을 흉내낼 수 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7주차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K8s가 장애 상황에서 스스로 복구하는 자가치유(Self-Healing) 능력을 직접 확인하고, 4주차부터 7주차까지 배운 K8s 핵심 내용을 정리합니다.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