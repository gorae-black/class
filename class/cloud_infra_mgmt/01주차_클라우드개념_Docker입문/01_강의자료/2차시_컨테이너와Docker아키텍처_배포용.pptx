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컨테이너와 Docker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VM vs Container · Image·Container·Registry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컨테이너가 VM의 한계를 어떻게 해결하는가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VM과 컨테이너를 정확히 비교할 수 있다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Docker 아키텍처(Image·Container·Registry)를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4.  Killercoda에서 첫 Docker 명령어를 실행해본다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docker run hello-world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 안내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OS 커널을 공유하는 가벼운 가상화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OS를 복제하지 않고, 커널만 공유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컨테이너 = 앱 + 필요한 라이브러리만 포함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결과: 수십 MB, 부팅 1초 내외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App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Docker 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7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Image · Container · Registry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Engine – 컨테이너를 만들고 실행하는 핵심 엔진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Image – 컨테이너 실행에 필요한 모든 것을 담은 "설계도" (읽기 전용)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Container – Image를 실제로 실행한 상태 = "실체"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Registry (Docker Hub) – Image를 저장하고 공유하는 저장소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Image = 붕어빵 틀 (설계도)   /   Container = 실제로 구워진 붕어빵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같은 틀(Image) 하나로 여러 개의 붕어빵(Container)을 동시에 구울 수 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브라우저에서 바로 실습, 설치 불필요 (이미 Docker 설치된 상태로 제공)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⚠ 60분 시간 제한 있음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hello-world — 첫 컨테이너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images — 받아진 이미지 확인 (내 붕어빵 틀 목록)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 -a — 실행된 컨테이너 목록 확인 (구워진 붕어빵 목록)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VM에서도 동일하게 실습하기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0주차 배포받은 개인 VM(cloud-lab)에 로그인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hello-world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images / docker ps -a 로 결과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Killercoda와 결과가 똑같이 나오는지 비교해보기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 = OS 커널을 공유해 가볍고 빠른 가상화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= Image를 Container로 실행하는 도구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Docker 데몬이 실제로 컨테이너를 어떻게 다루는지 더 깊이 살펴보고, nginx 웹 서버 컨테이너를 직접 실행·점검(inspect)해보는 심화 실습을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