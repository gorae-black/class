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>
              <a:lnSpc>
                <a:spcPct val="115000"/>
              </a:lnSpc>
            </a:pPr>
            <a:r>
              <a:rPr sz="2200" b="0">
                <a:solidFill>
                  <a:srgbClr val="222733"/>
                </a:solidFill>
                <a:latin typeface="맑은 고딕"/>
              </a:rPr>
              <a:t>2.  가상화(Virtualization)가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무겁다 – VM마다 완전한 OS 포함 → 용량 수 GB~수십 GB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느리다 – OS 부팅 필요 → 수십 초~수 분 소요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낭비된다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60분 시간 제한 있음 (초기화돼도 로컬 VM에서 이어가면 OK)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이 터미널도, 여러분의 로컬 VM도 모두 오늘 배운 가상화 기술의 결과물입니다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0주차에 배포받은 개인 VM(cloud-lab) 로그인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