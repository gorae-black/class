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On-Premise vs Cloud · Hypervisor 기반 가상화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200" b="0">
                <a:solidFill>
                  <a:srgbClr val="222733"/>
                </a:solidFill>
                <a:latin typeface="맑은 고딕"/>
              </a:rPr>
              <a:t>1.  클라우드 vs 온프레미스, 무엇이 다른가</a:t>
            </a:r>
          </a:p>
          <a:p>
            <a:pPr>
              <a:lnSpc>
                <a:spcPct val="115000"/>
              </a:lnSpc>
            </a:pPr>
            <a:r>
              <a:rPr sz="22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200" b="0">
                <a:solidFill>
                  <a:srgbClr val="222733"/>
                </a:solidFill>
                <a:latin typeface="맑은 고딕"/>
              </a:rPr>
              <a:t>2.  가상화(Virtualization)가 왜 필요했고, 어떤 한계가 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터미널 기본 명령어 실습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0주차 VM 점검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서버를 직접 구매·설치·운영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장애 발생 시 즉각 대응 어려움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트래픽 급증에 유연하게 대응 못함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초기 투자 비용이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정의: 인터넷으로 필요한 만큼 자원을 빌려쓰는 방식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① 온디맨드 셀프서비스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② 광범위한 네트워크 접근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③ 자원 풀링(공유)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④ 신속한 확장성</a:t>
            </a:r>
          </a:p>
          <a:p>
            <a:pPr>
              <a:lnSpc>
                <a:spcPct val="115000"/>
              </a:lnSpc>
            </a:pPr>
            <a:r>
              <a:rPr sz="1800" b="0">
                <a:solidFill>
                  <a:srgbClr val="222733"/>
                </a:solidFill>
                <a:latin typeface="맑은 고딕"/>
              </a:rPr>
              <a:t>⑤ 종량제 과금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물리 서버 한 대를 여러 대처럼 쪼개 쓰는 기술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Hypervisor가 하드웨어 자원을 나눠 각 VM에 배분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VM마다 자체 OS(Guest OS)를 통째로 가짐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무겁다 – VM마다 완전한 OS 포함 → 용량 수 GB~수십 GB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느리다 – OS 부팅 필요 → 수십 초~수 분 소요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낭비된다 – 여러 VM 동시 실행 시 CPU/메모리 중복 소모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💬  다음 시간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"앱 하나 실행하려고 OS를 통째로 복제해야 할까?"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→ 이 질문의 답은 2차시 '컨테이너'에서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실습 — Killercoda 터미널 익히기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브라우저에서 바로 실습, 설치 불필요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⚠ 60분 시간 제한 있음 (초기화돼도 로컬 VM에서 이어가면 OK)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whoami / uname -a / nproc / free -h 로 지금 접속한 가상 환경 살펴보기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→ 이 터미널도, 여러분의 로컬 VM도 모두 오늘 배운 가상화 기술의 결과물입니다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0주차에 배포받은 개인 VM(cloud-lab) 로그인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--version 정상 출력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git --version 정상 출력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문제 발생 시 → 06_로컬VM_과제복습 / 07_오류FAQ 참고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가상화(VM) = 물리 서버를 여러 대처럼 쪼개 쓰지만, 무겁고 느리다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"앱 하나 실행하려고 OS를 통째로 복제해야 할까?"에 대한 답 — 컨테이너와 Docker를 처음 다룹니다. 오늘부터는 직접 docker run 명령어를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