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 및 도입. "안녕하세요, 클라우드인프라관리 1주차 1차시를 시작하겠습니다. 오늘은 우리가 왜 Docker와 Kubernetes 같은 기술을 배워야 하는지, 그 뿌리가 되는 클라우드와 가상화 개념부터 짚고 넘어가겠습니다." 전체 대본은 02_강의대본 문서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목표를 빠르게 읽어준다. 특히 5번 '오늘 직접 실습해본다'는 점을 강조해 동기 부여. 이론이 지루하지 않도록 '오늘 배운 걸 조금 뒤에 바로 눈으로 확인할 것'이라고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1시간이 어떻게 구성되는지 안내. 특히 Killercoda가 60분 제한이 있다는 점, 초기화되어도 로컬 VM에서 이어갈 수 있다는 안전장치를 미리 언급해 학생들의 불안을 줄인다.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쇼핑몰 세일 예시를 학생들에게 익숙한 상황(수강신청, 콘서트 티켓 예매 등)으로 바꿔 설명하면 공감도가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NIST의 클라우드 5대 특징을 쉬운 말로 풀어 설명. 전기요금 비유(쓴 만큼 낸다)가 종량제 이해에 효과적.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행을 빠르게 훑되, 학생들이 실감하기 쉬운 '확장성'과 '과금 방식' 행에서 잠시 멈춰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그림을 가리키며 설명: '가장 아래가 실제 하드웨어, 그 위에 Hypervisor가 있고, 그 위에 가상머신 3개가 각각 자기만의 OS를 가지고 올라가 있습니다. 문제는 - 저 파란 박스 하나하나가 전부 완전한 OS라는 것.' 다음 슬라이드에서 이 문제를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한계를 하나씩 짚은 뒤 마지막 강조 문구를 읽어준다. 학생들에게 '실제로 여러분 노트북에 VM 3~4개를 띄우면 팬이 엄청 돌아가는 걸 경험해본 적 있을 것' 같은 공감 유도 멘트 활용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방식의 다이어그램을 앞 슬라이드와 나란히 비교하듯 설명. 'OS가 사라지고 그 자리에 앱만 남았다'는 시각적 대비를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위에서 아래로 짚어가며 읽는다. 특히 '용량'과 '부팅 속도' 행에서 학생들이 가장 크게 체감하므로 강조. '격리 수준'에서는 컨테이너가 무조건 좋은 것은 아니라는 균형 잡힌 시각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구성요소를 순서대로 설명 후, 붕어빵 비유로 마무리. '이따 Killercoda에서 docker images 치면 그게 붕어빵 틀 목록, docker ps 치면 지금 구워지고 있는 붕어빵 목록이라고 생각하면 됩니다' 라고 예고하며 다음 슬라이드로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Killercoda 링크는 05_Killercoda_링크 폴더에서 확인. 화면 공유로 실제 브라우저를 열어 hello-world 실행 결과를 함께 보여준다. 이미지가 없으면 자동으로 pull 하는 과정을 짚어준다.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점검은 오늘 수업의 '숙제 확인'이 아니라 안전장치임을 강조. 아직 0주차를 완료하지 못한 학생이 있다면 이번 주 안에 반드시 완료하도록 안내하고 LMS 공지의 사양 요구사항(디스크 30GB, RAM 8GB)을 재환기.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3가지를 학생들과 함께 소리내어 복기시키면 좋다. 다음 차시 예고 후 오늘 실습(Killercoda)으로 넘어간다는 것을 명확히 안내하며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Hypervisor vs Container · Docker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5943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가상화(Virtualization)가 필요한 이유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가상머신(VM) vs 컨테이너(Container)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4.  Docker 아키텍처 한눈에 보기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5.  Killercoda 첫 실습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7747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B8A6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Chevron 10"/>
          <p:cNvSpPr/>
          <p:nvPr/>
        </p:nvSpPr>
        <p:spPr>
          <a:xfrm>
            <a:off x="3430828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36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Killercoda 따라하기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335C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17" name="Chevron 16"/>
          <p:cNvSpPr/>
          <p:nvPr/>
        </p:nvSpPr>
        <p:spPr>
          <a:xfrm>
            <a:off x="6016752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593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VM 과제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3" name="Chevron 22"/>
          <p:cNvSpPr/>
          <p:nvPr/>
        </p:nvSpPr>
        <p:spPr>
          <a:xfrm>
            <a:off x="8602675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5516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59E0B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무겁다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VM마다 완전한 OS 포함 → 용량 수 GB~수십 GB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느리다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OS 부팅 필요 → 수십 초~수 분 소요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낭비된다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여러 VM 동시 실행 시 CPU/메모리 중복 소모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컨테이너를 만들고 실행하는 핵심 엔진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실행에 필요한 모든 것을 담은 "설계도"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실제로 실행한 상태 = "실체"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저장하고 공유하는 저장소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이미 Docker가 설치된 상태로 제공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초기화돼도 로컬 VM에서 이어가면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만든 개인 VM(cloud-lab) 접속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 &amp; 다음 차시 예고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348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8006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3E6"/>
                </a:solidFill>
                <a:latin typeface="맑은 고딕"/>
              </a:rPr>
              <a:t>Q&amp;A 및 문의  ·  LMS Q&amp;A 게시판 (48시간 내 답변)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