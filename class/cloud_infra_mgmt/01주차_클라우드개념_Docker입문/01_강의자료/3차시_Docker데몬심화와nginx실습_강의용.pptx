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Docker 데몬 동작 원리와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nginx 컨테이너 실습 심화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컨테이너 = 격리된 프로세스 · docker inspect로 들여다보기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1.  Docker 데몬이 이미지 실행 요청을 어떻게 처리하는지 이해한다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2.  컨테이너가 결국 '격리된 프로세스'라는 것을 이해한다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3.  nginx 컨테이너를 실행하고 docker inspect로 내부를 점검한다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4907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830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0830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nginx 실행·inspect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753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753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VM에서 동일 실습 수행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2676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2676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3차시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Docker 데몬은 실제로 무엇을 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컨테이너 = 격리된 프로세스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Docker 데몬의 동작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docker run 실행 시 벌어지는 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① 이미지가 로컬에 있는지 확인 (없으면 Registry에서 pull)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② 이미지로부터 컨테이너용 파일시스템 준비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③ 격리된 실행 공간(네임스페이스) 생성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④ 그 공간 안에서 지정된 프로세스(예: nginx) 실행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Docker 데몬의 동작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컨테이너 = '격리된' 일반 프로세스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컨테이너는 특별한 게 아니라, 호스트 OS 위에서 돌아가는 일반 프로세스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다만 자기만의 파일시스템 · 네트워크 · 프로세스 목록을 '보게' 격리되어 있음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그래서 컨테이너 안에서 ps를 치면 그 컨테이너의 프로세스만 보임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 핵심 한 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컨테이너를 지우는 것 = 그 격리된 프로세스를 종료하는 것 (VM처럼 별도 OS를 끄는 게 아님)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nginx 컨테이너 실습 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docker inspect로 들여다보기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nginx 실습 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 실행할 명령어 미리보기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run -d --name web nginx  — 백그라운드(-d)로, 이름을 지정(--name)해서 실행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ps  — 실행 중인 컨테이너 목록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inspect web  — 컨테이너의 모든 설정 정보를 JSON으로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inspect web | grep IPAddress  — 그중 컨테이너에 할당된 IP만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nginx 실습 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docker inspect가 왜 중요한가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컨테이너는 기본적으로 격리되어 있어 밖에서 내부 상태가 안 보임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inspect는 그 컨테이너의 IP, 마운트된 볼륨, 환경변수, 상태 등을 전부 보여줌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실무에서 컨테이너가 이상하게 동작할 때 가장 먼저 확인하는 명령어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🔍  오늘의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nginx 컨테이너를 실행하고, inspect로 그 컨테이너의 IP 주소를 직접 찾아낸다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run -d --name web nginx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ps  — web 컨테이너가 Up 상태인지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inspect web | grep IPAddress  — 할당된 IP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⚠ Killercoda 60분 제한 — 초기화돼도 VM에서 이어가면 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과제 — 동일 실습 +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개인 VM(cloud-lab)에 로그인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run -d --name web nginx / docker ps / docker inspect web | grep IPAddress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Killercoda와 VM에서 나온 IP가 다른 이유를 생각해보기 (서로 다른 격리 환경)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실행 결과 캡처 또는 GitHub 링크를 LMS 과제 게시판에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컨테이너 = 격리된 일반 프로세스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docker inspect = 컨테이너 내부 상태를 들여다보는 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2주차 — Docker 컨테이너 생명주기와 데이터 보존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컨테이너 명령어(run/ps/stop/rm)를 더 깊이 다루고, 볼륨(Volume)으로 컨테이너 데이터를 VM에 영구 저장하는 방법을 배웁니다.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