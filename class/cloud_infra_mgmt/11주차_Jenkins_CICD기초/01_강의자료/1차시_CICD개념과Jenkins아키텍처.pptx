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"11주차 1차시를 시작하겠습니다.</a:t>
            </a:r>
          </a:p>
          <a:p/>
          <a:p>
            <a:r>
              <a:t>지난 9~10주차에서 인프라를 코드로 관리하는 Terraform을 배웠는데요, 오늘부터는 또 다른 자동화,</a:t>
            </a:r>
          </a:p>
          <a:p>
            <a:r>
              <a:t>'코드가 바뀌면 자동으로 빌드하고 배포까지 해주는' CI/CD와 Jenkins를 배웁니다."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CI(지속적 통합)와 CD(지속적 배포)가 무엇인지 이해하고,</a:t>
            </a:r>
          </a:p>
          <a:p>
            <a:r>
              <a:t>둘째, CI/CD가 왜 필요한지 수동 배포의 문제를 통해 이해하고,</a:t>
            </a:r>
          </a:p>
          <a:p>
            <a:r>
              <a:t>셋째, Jenkins의 기본 아키텍처를 이해합니다."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오늘은 아직 VM에 설치하지 않으니</a:t>
            </a:r>
          </a:p>
          <a:p>
            <a:r>
              <a:t>VM 안내 시간에는 다음 차시 예고만 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CI/CD란 무엇인가]</a:t>
            </a:r>
          </a:p>
          <a:p/>
          <a:p>
            <a:r>
              <a:t>"먼저 왜 이런 자동화가 필요한지부터 짚어보겠습니다."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[지금까지 우리는 배포를 손으로 했다]</a:t>
            </a:r>
          </a:p>
          <a:p/>
          <a:p>
            <a:r>
              <a:t>"3주차에서 Docker Hub에 이미지를 push했던 것 기억하시나요? `docker build` → `docker push`, 전부</a:t>
            </a:r>
          </a:p>
          <a:p>
            <a:r>
              <a:t>손으로 명령어를 입력했습니다.</a:t>
            </a:r>
          </a:p>
          <a:p/>
          <a:p>
            <a:r>
              <a:t>**(문제 제기)** 그런데 코드를 한 줄 고칠 때마다 이 과정을 매번 반복해야 한다면 어떨까요? 게다가</a:t>
            </a:r>
          </a:p>
          <a:p>
            <a:r>
              <a:t>여러 사람이 함께 작업한다면, 누가 언제 무엇을 빌드하고 배포했는지 추적하기도 어려워집니다.</a:t>
            </a:r>
          </a:p>
          <a:p/>
          <a:p>
            <a:r>
              <a:t>**(해결책 제시)** 이 문제를 해결하는 게 **CI/CD**입니다. CI는 Continuous Integration(지속적</a:t>
            </a:r>
          </a:p>
          <a:p>
            <a:r>
              <a:t>통합), CD는 Continuous Deployment(지속적 배포)의 줄임말이에요."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[CI와 CD를 나눠서 이해하기]</a:t>
            </a:r>
          </a:p>
          <a:p/>
          <a:p>
            <a:r>
              <a:t>"CI와 CD를 각각 나눠서 볼게요.</a:t>
            </a:r>
          </a:p>
          <a:p/>
          <a:p>
            <a:r>
              <a:t>**CI(지속적 통합)** — 코드가 바뀔 때마다 **자동으로** 빌드하고 테스트해서, 문제가 있으면 빨리</a:t>
            </a:r>
          </a:p>
          <a:p>
            <a:r>
              <a:t>발견합니다.</a:t>
            </a:r>
          </a:p>
          <a:p/>
          <a:p>
            <a:r>
              <a:t>**CD(지속적 배포)** — 그렇게 빌드된 결과물을 **자동으로** 실제 서비스 환경까지 배포합니다.</a:t>
            </a:r>
          </a:p>
          <a:p/>
          <a:p>
            <a:r>
              <a:t>**(핵심 요약)** 이 둘을 자동으로 이어주는 파이프라인을 만드는 게 오늘 배울 CI/CD 도구의 역할입니다.</a:t>
            </a:r>
          </a:p>
          <a:p>
            <a:r>
              <a:t>'코드 수정 → 빌드 → 배포'라는 흐름에서, 사람이 하던 반복 작업을 도구가 대신 해주는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Jenkins 아키텍처]</a:t>
            </a:r>
          </a:p>
          <a:p/>
          <a:p>
            <a:r>
              <a:t>"이 CI/CD를 실행해주는 대표적인 도구가 오늘 배울 Jenkins입니다."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[Jenkins의 핵심 구성요소]</a:t>
            </a:r>
          </a:p>
          <a:p/>
          <a:p>
            <a:r>
              <a:t>"Jenkins의 구조를 네 가지 개념으로 정리하면 이렇습니다.</a:t>
            </a:r>
          </a:p>
          <a:p/>
          <a:p>
            <a:r>
              <a:t>**Jenkins 서버** — 웹 UI를 통해 자동화 작업을 관리하는 자동화 서버 자체입니다.</a:t>
            </a:r>
          </a:p>
          <a:p>
            <a:r>
              <a:t>**Job(작업)** — '무엇을, 어떻게 빌드·배포할지'를 정의한 단위입니다.</a:t>
            </a:r>
          </a:p>
          <a:p>
            <a:r>
              <a:t>**Build** — Job이 실제로 한 번 실행된 결과입니다(성공/실패, 로그, 산출물이 남습니다).</a:t>
            </a:r>
          </a:p>
          <a:p>
            <a:r>
              <a:t>**Plugin** — Git 연동, Docker 연동처럼 Jenkins의 기능을 확장해주는 부품입니다.</a:t>
            </a:r>
          </a:p>
          <a:p/>
          <a:p>
            <a:r>
              <a:t>**(그림 설명)** 화면의 그림을 보시면, Jenkins 서버 아래에 Job이 있고, 그 Job이 실행될 때마다 Build</a:t>
            </a:r>
          </a:p>
          <a:p>
            <a:r>
              <a:t>#1, #2, #3처럼 실행 이력이 쌓입니다."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[이번 학기 Jenkins 활용 로드맵]</a:t>
            </a:r>
          </a:p>
          <a:p/>
          <a:p>
            <a:r>
              <a:t>"앞으로 Jenkins를 어떻게 배워나갈지 미리 그려드릴게요.</a:t>
            </a:r>
          </a:p>
          <a:p/>
          <a:p>
            <a:r>
              <a:t>**11주차(오늘)** — Jenkins 서버를 설치하고 첫 Job을 만들어 UI에 익숙해집니다.</a:t>
            </a:r>
          </a:p>
          <a:p>
            <a:r>
              <a:t>**12주차** — Jenkinsfile로 빌드 과정을 코드로 작성하고, GitHub과 자동 연동합니다.</a:t>
            </a:r>
          </a:p>
          <a:p>
            <a:r>
              <a:t>**13주차** — Git → Jenkins → Docker Hub → K8s로 이어지는 전체 파이프라인을 완성합니다.</a:t>
            </a:r>
          </a:p>
          <a:p/>
          <a:p>
            <a:r>
              <a:t>오늘은 그 첫걸음입니다."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임시 Jenkins 컨테이너 UI 체험]</a:t>
            </a:r>
          </a:p>
          <a:p/>
          <a:p>
            <a:r>
              <a:t>"자, 직접 해보겠습니다. `docker run`으로 임시 Jenkins 컨테이너를 띄우고 웹 콘솔에 접속해보겠습니다.</a:t>
            </a:r>
          </a:p>
          <a:p/>
          <a:p>
            <a:r>
              <a:t>대시보드, Job 생성 화면, Build 이력 화면 등 기본 메뉴 구조를 함께 둘러볼게요.</a:t>
            </a:r>
          </a:p>
          <a:p/>
          <a:p>
            <a:r>
              <a:t>**(오늘 실습의 목표 명확화)** 오늘은 UI에 익숙해지는 것이 목표입니다. 실제로 Job을 설정하고 빌드를</a:t>
            </a:r>
          </a:p>
          <a:p>
            <a:r>
              <a:t>돌리는 건 다음 2·3차시부터 본격적으로 진행합니다.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다음 차시 예고]</a:t>
            </a:r>
          </a:p>
          <a:p/>
          <a:p>
            <a:r>
              <a:t>"오늘은 개념과 UI 체험 위주였기 때문에, 개인 VM에는 아직 Jenkins를 설치하지 않습니다. 별도로 하실</a:t>
            </a:r>
          </a:p>
          <a:p>
            <a:r>
              <a:t>실습은 없습니다.</a:t>
            </a:r>
          </a:p>
          <a:p/>
          <a:p>
            <a:r>
              <a:t>다음 2차시에 VM에 Docker Compose로 Jenkins를 영구 설치해볼 거예요. VM의 디스크 여유 공간을 미리</a:t>
            </a:r>
          </a:p>
          <a:p>
            <a:r>
              <a:t>한 번 `df -h`로 확인해두시면 좋습니다(선택 사항입니다)."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**CI는 코드 변경마다 자동 빌드·테스트, CD는 그 결과물을 자동 배포하는 것**이다.</a:t>
            </a:r>
          </a:p>
          <a:p>
            <a:r>
              <a:t>둘째, **Jenkins는 Job·Build·Plugin으로 구성된 CI/CD 자동화 서버**다."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2차시에서는 개인 VM에 Docker Compose로 Jenkins를 영구 설치하고, 초기 관리자 비밀번호로 첫</a:t>
            </a:r>
          </a:p>
          <a:p>
            <a:r>
              <a:t>로그인까지 진행합니다.</a:t>
            </a:r>
          </a:p>
          <a:p/>
          <a:p>
            <a:r>
              <a:t>오늘 수업은 여기까지입니다. Killercoda 실습 완료해서 제출해주시고, 궁금한 점은 LMS Q&amp;A 게시판에</a:t>
            </a:r>
          </a:p>
          <a:p>
            <a:r>
              <a:t>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"Jenkins 말고 다른 CI/CD 도구는 없나요?" | GitHub Actions, GitLab CI 같은 도구도 널리 쓰입니다. Jenkins는 가장 오래되고 널리 쓰이는 오픈소스 CI/CD 도구이며, 이 과목에서는 직접 서버를 설치·운영해보는 경험을 위해 Jenkins를 선택했습니다. |</a:t>
            </a:r>
          </a:p>
          <a:p>
            <a:r>
              <a:t>| "CI만 하고 CD는 안 해도 되나요?" | 네, 실무에서도 CI까지만 자동화하고 최종 배포는 사람이 승인 후 수동으로 하는 경우가 많습니다. 이 과목의 13주차 실습에서는 CI와 CD를 모두 자동화하는 전체 파이프라인을 경험해봅니다. |</a:t>
            </a:r>
          </a:p>
          <a:p>
            <a:r>
              <a:t>| "Plugin은 누가 만드나요?" | Jenkins 커뮤니티와 각 도구 개발사(GitHub, Docker 등)가 만들어 공개 저장소에 배포합니다. Jenkins 관리 화면에서 필요한 Plugin을 검색해 설치할 수 있습니다.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CI/CD 개념과 Jenkins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빌드와 배포를 자동화한다는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CI(지속적 통합)와 CD(지속적 배포)가 무엇인지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CI/CD가 왜 필요한지, 수동 배포의 문제를 통해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Jenkins의 기본 아키텍처(Job, Build, Plugin)를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임시 Jenkins 컨테이너 UI 체험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차시 설치 예고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CI/CD란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수동 배포의 문제에서 출발한다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CI/CD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지금까지 우리는 배포를 손으로 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3주차 Docker Hub push, 13주차 이전까지는 코드 수정 → 빌드 → 배포를 전부 손으로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코드를 고칠 때마다 build, push, 재배포 명령어를 매번 다시 입력해야 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여러 사람이 협업하면, 누가 언제 무엇을 배포했는지 추적하기도 어려움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💡 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CI(Continuous Integration, 지속적 통합) + CD(Continuous Deployment, 지속적 배포)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CI/CD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CI와 CD를 나눠서 이해하기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CI(지속적 통합) — 코드가 바뀔 때마다 자동으로 빌드하고 테스트해서, 문제를 빨리 발견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CD(지속적 배포) — 빌드된 결과물을 자동으로 실제 서비스 환경까지 배포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둘을 자동으로 이어주는 파이프라인을 만드는 게 CI/CD 도구의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CI/CD를 실행해주는 자동화 서버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Jenkins의 핵심 구성요소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 서버 — 웹 UI를 통해 자동화 작업을 관리하는 자동화 서버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Job(작업) — '무엇을, 어떻게 빌드·배포할지'를 정의한 단위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Build — Job이 실제로 한 번 실행된 결과(성공/실패, 로그, 산출물)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Plugin — Git 연동, Docker 연동처럼 Jenkins 기능을 확장하는 부품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Jenkins 구성 요소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 서버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└ Job (빌드 설정)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└ Build #1, #2, #3 ... (실행 이력)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Jenkins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이번 학기 Jenkins 활용 로드맵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11주차(오늘) — Jenkins 서버를 설치하고 첫 Job을 만들어 UI에 익숙해짐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12주차 — Jenkinsfile로 빌드 과정을 코드로 작성하고, GitHub과 자동 연동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13주차 — Git→Jenkins→Docker Hub→K8s로 이어지는 전체 파이프라인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임시 Jenkins 컨테이너 UI 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run으로 임시 Jenkins 컨테이너를 띄우고 웹 콘솔 접속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대시보드, Job 생성 화면, Build 이력 화면 등 기본 메뉴 구조 둘러보기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오늘은 UI에 익숙해지는 것이 목표 — 실제 Job 설정은 다음 차시부터 본격 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오늘은 개념과 UI 체험 위주였고, 개인 VM에는 아직 Jenkins를 설치하지 않습니다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 2차시에 VM에 Docker Compose로 Jenkins를 영구 설치합니다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VM의 디스크 여유 공간을 미리 한 번 확인해두면 좋습니다(df -h)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11주차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CI는 코드 변경마다 자동 빌드·테스트, CD는 그 결과물을 자동 배포하는 것이다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Jenkins는 Job·Build·Plugin으로 구성된 CI/CD 자동화 서버다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 VM에 Docker Compose로 Jenkins를 영구 설치하고, 초기 관리자 비밀번호로 첫 로그인까지 진행합니다.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