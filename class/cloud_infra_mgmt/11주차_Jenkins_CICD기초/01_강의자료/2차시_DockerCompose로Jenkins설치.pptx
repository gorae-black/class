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"11주차 2차시를 시작하겠습니다.</a:t>
            </a:r>
          </a:p>
          <a:p/>
          <a:p>
            <a:r>
              <a:t>지난 시간에 임시 Jenkins 컨테이너로 UI 구조를 살펴봤는데요, 오늘은 여러분의 VM에 **영구적으로**</a:t>
            </a:r>
          </a:p>
          <a:p>
            <a:r>
              <a:t>쓸 Jenkins 서버를 직접 설치해보겠습니다."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docker-compose.yml로 Jenkins를 영구 설치하는 방법을 이해하고,</a:t>
            </a:r>
          </a:p>
          <a:p>
            <a:r>
              <a:t>둘째, Jenkins 컨테이너가 Docker와 통신하는 원리를 이해하고,</a:t>
            </a:r>
          </a:p>
          <a:p>
            <a:r>
              <a:t>셋째 — 오늘 직접 해볼 건데 — 개인 VM에 Jenkins를 설치하고 초기 로그인까지 완료합니다."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Docker Compose로 설치하는가]</a:t>
            </a:r>
          </a:p>
          <a:p/>
          <a:p>
            <a:r>
              <a:t>"먼저 지난 시간 임시 컨테이너와 오늘 설치할 것의 차이부터 짚어보겠습니다."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[1차시의 임시 Jenkins와 오늘의 차이]</a:t>
            </a:r>
          </a:p>
          <a:p/>
          <a:p>
            <a:r>
              <a:t>"1차시에 Killercoda에서 썼던 Jenkins는 `docker run`으로 띄운 **임시** 컨테이너였습니다. Killercoda</a:t>
            </a:r>
          </a:p>
          <a:p>
            <a:r>
              <a:t>세션이 끝나면 그 안의 데이터도 함께 사라졌죠.</a:t>
            </a:r>
          </a:p>
          <a:p/>
          <a:p>
            <a:r>
              <a:t>**(오늘의 목표 명확화)** 하지만 오늘 VM에 설치하는 Jenkins는 13주차 대통합 실습까지 계속 쓸</a:t>
            </a:r>
          </a:p>
          <a:p>
            <a:r>
              <a:t>**영구** 서버입니다. 설정과 Job이 계속 유지되어야 해요.</a:t>
            </a:r>
          </a:p>
          <a:p/>
          <a:p>
            <a:r>
              <a:t>**(2주차 연결)** 그래서 오늘은 `docker-compose.yml`에 볼륨(`jenkins_home`)을 지정해서, 컨테이너를</a:t>
            </a:r>
          </a:p>
          <a:p>
            <a:r>
              <a:t>껐다 켜도 데이터가 유지되도록 만듭니다. 2주차에서 배운 Named Volume 개념이 여기서 그대로 쓰이는</a:t>
            </a:r>
          </a:p>
          <a:p>
            <a:r>
              <a:t>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docker-compose.yml 뜯어보기]</a:t>
            </a:r>
          </a:p>
          <a:p/>
          <a:p>
            <a:r>
              <a:t>"이제 실제 설정 파일을 한 줄씩 뜯어보겠습니다."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[Jenkins docker-compose.yml (검증 완료)]</a:t>
            </a:r>
          </a:p>
          <a:p/>
          <a:p>
            <a:r>
              <a:t>"화면의 설정을 하나씩 볼게요.</a:t>
            </a:r>
          </a:p>
          <a:p/>
          <a:p>
            <a:r>
              <a:t>```yaml</a:t>
            </a:r>
          </a:p>
          <a:p>
            <a:r>
              <a:t>services:</a:t>
            </a:r>
          </a:p>
          <a:p>
            <a:r>
              <a:t>  jenkins:</a:t>
            </a:r>
          </a:p>
          <a:p>
            <a:r>
              <a:t>    image: jenkins/jenkins:lts</a:t>
            </a:r>
          </a:p>
          <a:p>
            <a:r>
              <a:t>    ports: ["8080:8080", "50000:50000"]</a:t>
            </a:r>
          </a:p>
          <a:p>
            <a:r>
              <a:t>    environment: ["JAVA_OPTS=-Xmx512m"]</a:t>
            </a:r>
          </a:p>
          <a:p>
            <a:r>
              <a:t>    volumes:</a:t>
            </a:r>
          </a:p>
          <a:p>
            <a:r>
              <a:t>      - jenkins_home:/var/jenkins_home</a:t>
            </a:r>
          </a:p>
          <a:p>
            <a:r>
              <a:t>      - /var/run/docker.sock:/var/run/docker.sock</a:t>
            </a:r>
          </a:p>
          <a:p>
            <a:r>
              <a:t>```</a:t>
            </a:r>
          </a:p>
          <a:p/>
          <a:p>
            <a:r>
              <a:t>`image`는 Jenkins의 공식 LTS(장기지원) 버전을 씁니다. `ports`는 8080(웹 UI)과 50000(에이전트 통신용)</a:t>
            </a:r>
          </a:p>
          <a:p>
            <a:r>
              <a:t>포트를 엽니다. `volumes`에 두 가지가 마운트되어 있는데, 이 두 개가 오늘의 핵심입니다."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[docker.sock을 마운트하는 이유]</a:t>
            </a:r>
          </a:p>
          <a:p/>
          <a:p>
            <a:r>
              <a:t>"먼저 `/var/run/docker.sock`부터 설명드릴게요.</a:t>
            </a:r>
          </a:p>
          <a:p/>
          <a:p>
            <a:r>
              <a:t>**(개념 설명)** 이건 호스트의 Docker 데몬과 통신하는 '창구' 역할을 하는 소켓 파일입니다. 이걸</a:t>
            </a:r>
          </a:p>
          <a:p>
            <a:r>
              <a:t>Jenkins 컨테이너 안에 그대로 마운트하면, Jenkins가 컨테이너 안에서도 **호스트의 Docker를 직접</a:t>
            </a:r>
          </a:p>
          <a:p>
            <a:r>
              <a:t>제어**할 수 있게 됩니다.</a:t>
            </a:r>
          </a:p>
          <a:p/>
          <a:p>
            <a:r>
              <a:t>**(그림 설명)** 화면의 그림을 보시면, Jenkins 컨테이너가 이 소켓을 통해 호스트(VM)의 Docker</a:t>
            </a:r>
          </a:p>
          <a:p>
            <a:r>
              <a:t>데몬과 직접 연결됩니다.</a:t>
            </a:r>
          </a:p>
          <a:p/>
          <a:p>
            <a:r>
              <a:t>**(13주차 예고)** 13주차에 Jenkins가 `docker build`, `docker push`를 실행할 때 바로 이 구조를</a:t>
            </a:r>
          </a:p>
          <a:p>
            <a:r>
              <a:t>사용합니다. 지금은 '이런 연결 통로가 있구나' 정도로 기억해두시면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[JAVA_OPTS로 메모리 제한]</a:t>
            </a:r>
          </a:p>
          <a:p/>
          <a:p>
            <a:r>
              <a:t>"두 번째로 `environment`의 `JAVA_OPTS=-Xmx512m`을 볼게요.</a:t>
            </a:r>
          </a:p>
          <a:p/>
          <a:p>
            <a:r>
              <a:t>Jenkins는 자바로 만들어진 프로그램인데, 이 옵션으로 힙 메모리를 512MB로 제한해둡니다.</a:t>
            </a:r>
          </a:p>
          <a:p/>
          <a:p>
            <a:r>
              <a:t>**(이유 설명)** 왜 이렇게 제한할까요? 13~14주차에 minikube와 Jenkins를 **동시에** 띄워야 하는데,</a:t>
            </a:r>
          </a:p>
          <a:p>
            <a:r>
              <a:t>우리 VM은 RAM이 4GB로 제한되어 있습니다. Jenkins가 메모리를 너무 많이 쓰면 minikube가 불안정해질</a:t>
            </a:r>
          </a:p>
          <a:p>
            <a:r>
              <a:t>수 있어서, 미리 여유 공간을 확보해두는 거예요.</a:t>
            </a:r>
          </a:p>
          <a:p/>
          <a:p>
            <a:r>
              <a:t>**(팁 공유)** 14주차 부하테스트 직전에는 `docker stop jenkins`로 Jenkins를 잠시 꺼두는 것도 좋은</a:t>
            </a:r>
          </a:p>
          <a:p>
            <a:r>
              <a:t>방법입니다."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Compose 문법 빈칸 채우기]</a:t>
            </a:r>
          </a:p>
          <a:p/>
          <a:p>
            <a:r>
              <a:t>"자, 직접 해보겠습니다. 뼈대만 있는 docker-compose.yml에서 `image`, `ports`, `volumes` 빈칸을</a:t>
            </a:r>
          </a:p>
          <a:p>
            <a:r>
              <a:t>채워서 완성하세요.</a:t>
            </a:r>
          </a:p>
          <a:p/>
          <a:p>
            <a:r>
              <a:t>완성했으면 `docker compose up -d`로 실행하고, `docker compose logs`로 컨테이너 상태를 확인하세요.</a:t>
            </a:r>
          </a:p>
          <a:p/>
          <a:p>
            <a:r>
              <a:t>**(이해도 확인)** 완성한 설정이 왜 그렇게 구성되는지 스스로 한 번 설명해보세요.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Jenkins 설치 실습]</a:t>
            </a:r>
          </a:p>
          <a:p/>
          <a:p>
            <a:r>
              <a:t>"개인 VM에서 오늘 배운 docker-compose.yml을 그대로 작성하고 `docker compose up -d`를 실행하세요.</a:t>
            </a:r>
          </a:p>
          <a:p/>
          <a:p>
            <a:r>
              <a:t>`docker compose logs jenkins`로 초기 관리자 비밀번호를 확인하고, 브라우저에서 `localhost:8080`에</a:t>
            </a:r>
          </a:p>
          <a:p>
            <a:r>
              <a:t>접속해서 그 비밀번호를 입력하는 로그인 화면까지 캡처하세요.</a:t>
            </a:r>
          </a:p>
          <a:p/>
          <a:p>
            <a:r>
              <a:t>**(범위 명확화)** 오늘은 여기까지가 필수 제출물입니다. 플러그인 설치나 관리자 계정 생성은 다음</a:t>
            </a:r>
          </a:p>
          <a:p>
            <a:r>
              <a:t>3차시에 이어서 진행하니, 오늘은 초기 비밀번호 입력 화면까지만 진행하시면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**Named Volume(jenkins_home)으로 컨테이너를 껐다 켜도 Jenkins 설정이 유지되게 한다.**</a:t>
            </a:r>
          </a:p>
          <a:p>
            <a:r>
              <a:t>둘째, **docker.sock을 마운트하면 Jenkins 컨테이너 안에서도 호스트 Docker를 직접 제어할 수 있다.**"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플러그인을 초기 설정하고 관리자 계정을 만든 뒤, 처음으로 나만의 Job을 생성해봅니다.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"docker compose logs에 비밀번호가 안 보여요" | Jenkins가 완전히 시작되기까지 몇 초~1분 정도 걸릴 수 있습니다. 잠시 기다린 후 다시 `docker compose logs jenkins`를 실행해보라고 안내하세요. 로그가 너무 길면 `docker compose logs jenkins | grep -A 3 password`로 찾을 수도 있습니다. |</a:t>
            </a:r>
          </a:p>
          <a:p>
            <a:r>
              <a:t>| "docker.sock을 마운트하면 보안에 문제 없나요?" | 실무에서는 이 방식이 컨테이너에 호스트 수준의 권한을 준다는 점에서 보안 논의가 있는 주제입니다. 다만 이 과목은 개인 실습 VM 환경이라 별도 보안 대책 없이 바로 사용합니다. 실무에서는 더 안전한 대안(Docker-in-Docker, 별도 빌드 에이전트 등)을 검토합니다. |</a:t>
            </a:r>
          </a:p>
          <a:p>
            <a:r>
              <a:t>| "포트 50000은 왜 필요한가요?" | Jenkins에 별도의 빌드 에이전트(다른 서버)를 연결할 때 쓰는 포트입니다. 이 과목에서는 별도 에이전트를 쓰지 않지만, 기본 설정에 포함되어 있어 그대로 열어둡니다.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Compose로 Jenkins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VM에 나만의 Jenkins 서버를 영구적으로 띄우기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docker-compose.yml로 Jenkins를 영구 설치하는 방법을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Jenkins 컨테이너가 Docker와 통신하는 원리(docker.sock)를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개인 VM에 Jenkins를 설치하고 초기 로그인까지 완료한다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Compose 문법 빈칸 채우기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 설치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Docker Compose로 설치하는가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임시 컨테이너와 영구 설치의 차이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설치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1차시의 임시 Jenkins와 오늘의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1차시 Killercoda의 Jenkins는 docker run으로 띄운 '임시' 컨테이너 — 데이터가 저장되지 않음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 VM에 설치하는 Jenkins는 13주차까지 계속 쓸 '영구' 서버 — 설정과 Job이 계속 유지되어야 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docker-compose.yml로 볼륨(jenkins_home)을 지정해, 컨테이너를 껐다 켜도 데이터가 유지되게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🔗  2주차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2주차에서 배운 Named Volume 개념이 여기서 그대로 쓰입니다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docker-compose.yml 뜯어보기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설정 한 줄 한 줄의 의미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 docker-compose.yml (검증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services: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jenkins: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image: jenkins/jenkins:lts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ports: ["8080:8080", "50000:50000"]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environment: ["JAVA_OPTS=-Xmx512m"]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volumes: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- jenkins_home:/var/jenkins_home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- /var/run/docker.sock:/var/run/docker.sock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volumes: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  jenkins_home: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docker.sock을 마운트하는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/var/run/docker.sock = 호스트 Docker 데몬과 통신하는 창구(소켓 파일)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이걸 Jenkins 컨테이너 안에 그대로 마운트하면, Jenkins가 컨테이너 안에서도 호스트의 Docker를 직접 제어할 수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13주차에 Jenkins가 docker build·push를 실행할 때 바로 이 구조를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docker.sock 마운트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 컨테이너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↕ /var/run/docker.sock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호스트(VM)의 Docker 데몬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Compose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JAVA_OPTS로 메모리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JAVA_OPTS=-Xmx512m — Jenkins(자바 기반)의 힙 메모리를 512MB로 제한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이유: 13~14주차에 minikube와 Jenkins를 동시에 띄워도 4GB VM 안에서 안정적으로 동작하게 하기 위함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14주차 부하테스트 직전에는 docker stop jenkins로 잠시 꺼두는 것도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Compose 문법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뼈대만 있는 docker-compose.yml에서 image·ports·volumes 빈칸 채우기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compose up -d 로 실행 후 docker compose logs로 컨테이너 상태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완성한 설정이 왜 그렇게 구성되는지 스스로 설명해보기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Jenkins 설치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VM에 docker-compose.yml 작성 후 docker compose up -d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compose logs jenkins 로 초기 관리자 비밀번호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localhost:8080 접속 → 초기 비밀번호 입력 → 로그인 화면까지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플러그인 설치·계정 생성은 다음 3차시에 이어서 진행합니다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Named Volume(jenkins_home)으로 컨테이너를 껐다 켜도 Jenkins 설정이 유지되게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docker.sock을 마운트하면 Jenkins 컨테이너 안에서도 호스트 Docker를 직접 제어할 수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플러그인을 초기 설정하고 관리자 계정을 만든 뒤, 처음으로 나만의 Job을 생성해봅니다.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