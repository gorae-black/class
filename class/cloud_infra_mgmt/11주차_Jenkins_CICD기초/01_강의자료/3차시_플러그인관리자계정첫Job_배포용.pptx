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플러그인·관리자 계정·첫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Jenkins 베이스캠프 완공하기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1.  Jenkins 초기 설정 마법사(플러그인 설치·관리자 계정)를 완료한다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2.  Freestyle Job의 기본 구조를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3.  echo 명령을 실행하는 첫 Job을 만들고 Build Now로 실행한다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11주차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Job 생성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11주차 종합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초기 설정 마법사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설치 직후 딱 한 번 거치는 절차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초기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플러그인 설치 · 관리자 계정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초기 비밀번호 입력 후 'Install suggested plugins' 선택 — Git, Pipeline 등 기본 플러그인 자동 설치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설치 완료 후 관리자 계정(아이디·비밀번호·이메일) 생성 — 이후 이 계정으로 로그인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 URL 확인 화면까지 마치면 초기 설정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초기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 계정 정보, 꼭 기억해두세요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여기서 만든 관리자 계정은 앞으로 12~13주차까지 계속 사용합니다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비밀번호를 잊어버리면 컨테이너 내부 파일을 다시 확인해야 하는 번거로움이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메모장 등에 안전하게 기록해두는 것을 권장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📌  다음 주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 계정으로 12주차에 Jenkinsfile 기반 Job을, 13주차에 자동배포 파이프라인을 만듭니다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첫 Job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Freestyle Job으로 감을 잡는다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첫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Freestyle Job의 기본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New Item → Freestyle project 선택 → Job 이름 입력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Build Steps에 'Execute shell' 추가 → 실행할 명령어(예: echo) 입력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저장 후 'Build Now' 클릭 → Build 이력에 실행 결과(Console Output)가 남음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Job 생성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Job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Build Steps 설정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Build Now → Console Output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첫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 만들 Job — hello-jenkins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Job 이름: hello-jenkins (Freestyle project)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Build Steps → Execute shell → echo "Hello, Jenkins! Build number: $BUILD_NUMBER"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Build Now 실행 후 Console Output에서 echo 결과와 빌드 번호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Job 생성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임시 Jenkins 컨테이너에서 Freestyle Job을 처음부터 직접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Execute shell에 echo 명령 3단계(예: 시작 로그 → 작업 로그 → 완료 로그)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Build Now 실행 후 Console Output에서 순서대로 로그가 찍히는지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11주차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 Jenkins에서 초기 설정 마법사(플러그인·관리자 계정) 완료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hello-jenkins Freestyle Job 생성 후 Build Now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Console Output에 echo 결과가 출력된 화면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11주차 1~3차시(개념·설치·첫Job)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Jenkins 초기 설정 마법사로 플러그인 설치와 관리자 계정 생성을 완료한다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Freestyle Job은 Build Steps에 실행할 명령을 등록하고 Build Now로 실행하는 가장 단순한 Job 형태다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12주차 — Jenkinsfile 파이프라인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오늘처럼 화면에서 클릭으로 설정하는 대신, Jenkinsfile이라는 코드로 빌드 과정을 선언하는 법을 배우고 GitHub과 자동 연동합니다.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