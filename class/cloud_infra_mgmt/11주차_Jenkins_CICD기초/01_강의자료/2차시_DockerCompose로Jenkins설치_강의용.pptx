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Compose로 Jenkins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VM에 나만의 Jenkins 서버를 영구적으로 띄우기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docker-compose.yml로 Jenkins를 영구 설치하는 방법을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Jenkins 컨테이너가 Docker와 통신하는 원리(docker.sock)를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개인 VM에 Jenkins를 설치하고 초기 로그인까지 완료한다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Compose 문법 빈칸 채우기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Jenkins 설치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Docker Compose로 설치하는가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임시 컨테이너와 영구 설치의 차이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1차시의 임시 Jenkins와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1차시 Killercoda의 Jenkins는 docker run으로 띄운 '임시' 컨테이너 — 데이터가 저장되지 않음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 VM에 설치하는 Jenkins는 13주차까지 계속 쓸 '영구' 서버 — 설정과 Job이 계속 유지되어야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docker-compose.yml로 볼륨(jenkins_home)을 지정해, 컨테이너를 껐다 켜도 데이터가 유지되게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2주차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2주차에서 배운 Named Volume 개념이 여기서 그대로 쓰입니다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docker-compose.yml 뜯어보기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설정 한 줄 한 줄의 의미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 docker-compose.yml (검증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jenkins: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image: jenkins/jenkins:lts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ports: ["8080:8080", "50000:50000"]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environment: ["JAVA_OPTS=-Xmx512m"]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volumes: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  - jenkins_home:/var/jenkins_home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  - /var/run/docker.sock:/var/run/docker.sock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docker.sock을 마운트하는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/var/run/docker.sock = 호스트 Docker 데몬과 통신하는 창구(소켓 파일)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이걸 Jenkins 컨테이너 안에 그대로 마운트하면, Jenkins가 컨테이너 안에서도 호스트의 Docker를 직접 제어할 수 있음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13주차에 Jenkins가 docker build·push를 실행할 때 바로 이 구조를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docker.sock 마운트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/var/run/docker.sock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호스트(VM)의 Docker 데몬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JAVA_OPTS로 메모리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JAVA_OPTS=-Xmx512m — Jenkins(자바 기반)의 힙 메모리를 512MB로 제한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이유: 13~14주차에 minikube와 Jenkins를 동시에 띄워도 4GB VM 안에서 안정적으로 동작하게 하기 위함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14주차 부하테스트 직전에는 docker stop jenkins로 잠시 꺼두는 것도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Compose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뼈대만 있는 docker-compose.yml에서 image·ports·volumes 빈칸 채우기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compose up -d 로 실행 후 docker compose logs로 컨테이너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완성한 설정이 왜 그렇게 구성되는지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Jenkins 설치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 docker-compose.yml 작성 후 docker compose up -d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compose logs jenkins 로 초기 관리자 비밀번호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localhost:8080 접속 → 초기 비밀번호 입력 → 로그인 화면까지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플러그인 설치·계정 생성은 다음 3차시에 이어서 진행합니다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Named Volume(jenkins_home)으로 컨테이너를 껐다 켜도 Jenkins 설정이 유지되게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docker.sock을 마운트하면 Jenkins 컨테이너 안에서도 호스트 Docker를 직접 제어할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플러그인을 초기 설정하고 관리자 계정을 만든 뒤, 처음으로 나만의 Job을 생성해봅니다.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