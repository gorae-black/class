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11주차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Docker Compose로 Jenkins 설치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VM에 나만의 Jenkins 서버를 영구적으로 띄우기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0">
                <a:solidFill>
                  <a:srgbClr val="222733"/>
                </a:solidFill>
                <a:latin typeface="맑은 고딕"/>
              </a:rPr>
              <a:t>1.  docker-compose.yml로 Jenkins를 영구 설치하는 방법을 이해한다</a:t>
            </a:r>
          </a:p>
          <a:p>
            <a:pPr>
              <a:lnSpc>
                <a:spcPct val="115000"/>
              </a:lnSpc>
            </a:pPr>
            <a:r>
              <a:rPr sz="1800" b="0">
                <a:solidFill>
                  <a:srgbClr val="222733"/>
                </a:solidFill>
                <a:latin typeface="맑은 고딕"/>
              </a:rPr>
              <a:t>2.  Jenkins 컨테이너가 Docker와 통신하는 원리(docker.sock)를 이해한다</a:t>
            </a:r>
          </a:p>
          <a:p>
            <a:pPr>
              <a:lnSpc>
                <a:spcPct val="115000"/>
              </a:lnSpc>
            </a:pPr>
            <a:r>
              <a:rPr sz="1800" b="0">
                <a:solidFill>
                  <a:srgbClr val="222733"/>
                </a:solidFill>
                <a:latin typeface="맑은 고딕"/>
              </a:rPr>
              <a:t>3.  개인 VM에 Jenkins를 설치하고 초기 로그인까지 완료한다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2차시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11주차 2차시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3495751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6021324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8546896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8292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7" name="Oval 16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Killercoda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3865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Compose 문법 빈칸 채우기</a:t>
            </a:r>
          </a:p>
        </p:txBody>
      </p:sp>
      <p:sp>
        <p:nvSpPr>
          <p:cNvPr id="22" name="Oval 21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안내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9438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Jenkins 설치 실습</a:t>
            </a:r>
          </a:p>
        </p:txBody>
      </p:sp>
      <p:sp>
        <p:nvSpPr>
          <p:cNvPr id="27" name="Oval 26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제출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5011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2차시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왜 Docker Compose로 설치하는가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임시 컨테이너와 영구 설치의 차이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설치 방식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1차시의 임시 Jenkins와 오늘의 차이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1차시 Killercoda의 Jenkins는 docker run으로 띄운 '임시' 컨테이너 — 데이터가 저장되지 않음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오늘 VM에 설치하는 Jenkins는 13주차까지 계속 쓸 '영구' 서버 — 설정과 Job이 계속 유지되어야 함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docker-compose.yml로 볼륨(jenkins_home)을 지정해, 컨테이너를 껐다 켜도 데이터가 유지되게 함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🔗  2주차 연결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2주차에서 배운 Named Volume 개념이 여기서 그대로 쓰입니다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2차시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docker-compose.yml 뜯어보기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설정 한 줄 한 줄의 의미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Compose 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Jenkins docker-compose.yml (검증 완료)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services: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  jenkins: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    image: jenkins/jenkins:lts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    ports: ["8080:8080", "50000:50000"]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    environment: ["JAVA_OPTS=-Xmx512m"]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    volumes: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      - jenkins_home:/var/jenkins_home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      - /var/run/docker.sock:/var/run/docker.sock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07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Compose 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docker.sock을 마운트하는 이유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/var/run/docker.sock = 호스트 Docker 데몬과 통신하는 창구(소켓 파일)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이걸 Jenkins 컨테이너 안에 그대로 마운트하면, Jenkins가 컨테이너 안에서도 호스트의 Docker를 직접 제어할 수 있음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13주차에 Jenkins가 docker build·push를 실행할 때 바로 이 구조를 사용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docker.sock 마운트 구조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Jenkins 컨테이너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↕ /var/run/docker.sock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호스트(VM)의 Docker 데몬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2차시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Compose 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JAVA_OPTS로 메모리 제한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JAVA_OPTS=-Xmx512m — Jenkins(자바 기반)의 힙 메모리를 512MB로 제한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이유: 13~14주차에 minikube와 Jenkins를 동시에 띄워도 4GB VM 안에서 안정적으로 동작하게 하기 위함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14주차 부하테스트 직전에는 docker stop jenkins로 잠시 꺼두는 것도 방법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Compose 문법 빈칸 채우기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뼈대만 있는 docker-compose.yml에서 image·ports·volumes 빈칸 채우기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compose up -d 로 실행 후 docker compose logs로 컨테이너 상태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완성한 설정이 왜 그렇게 구성되는지 스스로 설명해보기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안내 — Jenkins 설치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개인 VM에 docker-compose.yml 작성 후 docker compose up -d 실행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docker compose logs jenkins 로 초기 관리자 비밀번호 확인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localhost:8080 접속 → 초기 비밀번호 입력 → 로그인 화면까지 캡처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⚠ 플러그인 설치·계정 생성은 다음 3차시에 이어서 진행합니다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11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Named Volume(jenkins_home)으로 컨테이너를 껐다 켜도 Jenkins 설정이 유지되게 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docker.sock을 마운트하면 Jenkins 컨테이너 안에서도 호스트 Docker를 직접 제어할 수 있다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11주차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플러그인을 초기 설정하고 관리자 계정을 만든 뒤, 처음으로 나만의 Job을 생성해봅니다.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