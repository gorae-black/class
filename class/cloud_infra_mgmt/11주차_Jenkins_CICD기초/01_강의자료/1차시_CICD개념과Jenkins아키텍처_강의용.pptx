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CI/CD 개념과 Jenkins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빌드와 배포를 자동화한다는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1.  CI(지속적 통합)와 CD(지속적 배포)가 무엇인지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2.  CI/CD가 왜 필요한지, 수동 배포의 문제를 통해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3.  Jenkins의 기본 아키텍처(Job, Build, Plugin)를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임시 Jenkins 컨테이너 UI 체험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설치 예고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CI/CD란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수동 배포의 문제에서 출발한다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 우리는 배포를 손으로 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3주차 Docker Hub push, 13주차 이전까지는 코드 수정 → 빌드 → 배포를 전부 손으로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코드를 고칠 때마다 build, push, 재배포 명령어를 매번 다시 입력해야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사람이 협업하면, 누가 언제 무엇을 배포했는지 추적하기도 어려움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CI(Continuous Integration, 지속적 통합) + CD(Continuous Deployment, 지속적 배포)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CI와 CD를 나눠서 이해하기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CI(지속적 통합) — 코드가 바뀔 때마다 자동으로 빌드하고 테스트해서, 문제를 빨리 발견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CD(지속적 배포) — 빌드된 결과물을 자동으로 실제 서비스 환경까지 배포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둘을 자동으로 이어주는 파이프라인을 만드는 게 CI/CD 도구의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CI/CD를 실행해주는 자동화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Jenkins의 핵심 구성요소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 서버 — 웹 UI를 통해 자동화 작업을 관리하는 자동화 서버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Job(작업) — '무엇을, 어떻게 빌드·배포할지'를 정의한 단위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Build — Job이 실제로 한 번 실행된 결과(성공/실패, 로그, 산출물)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Plugin — Git 연동, Docker 연동처럼 Jenkins 기능을 확장하는 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Jenkins 구성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서버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└ Job (빌드 설정)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    └ Build #1, #2, #3 ... (실행 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이번 학기 Jenkins 활용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11주차(오늘) — Jenkins 서버를 설치하고 첫 Job을 만들어 UI에 익숙해짐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12주차 — Jenkinsfile로 빌드 과정을 코드로 작성하고, GitHub과 자동 연동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13주차 — Git→Jenkins→Docker Hub→K8s로 이어지는 전체 파이프라인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임시 Jenkins 컨테이너 UI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run으로 임시 Jenkins 컨테이너를 띄우고 웹 콘솔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대시보드, Job 생성 화면, Build 이력 화면 등 기본 메뉴 구조 둘러보기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UI에 익숙해지는 것이 목표 — 실제 Job 설정은 다음 차시부터 본격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개념과 UI 체험 위주였고, 개인 VM에는 아직 Jenkins를 설치하지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VM에 Docker Compose로 Jenkins를 영구 설치합니다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VM의 디스크 여유 공간을 미리 한 번 확인해두면 좋습니다(df -h)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CI는 코드 변경마다 자동 빌드·테스트, CD는 그 결과물을 자동 배포하는 것이다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Jenkins는 Job·Build·Plugin으로 구성된 CI/CD 자동화 서버다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개인 VM에 Docker Compose로 Jenkins를 영구 설치하고, 초기 관리자 비밀번호로 첫 로그인까지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