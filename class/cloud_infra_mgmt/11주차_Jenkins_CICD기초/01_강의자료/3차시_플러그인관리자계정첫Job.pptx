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"11주차 마지막 시간, 3차시를 시작하겠습니다.</a:t>
            </a:r>
          </a:p>
          <a:p/>
          <a:p>
            <a:r>
              <a:t>지난 시간에 Jenkins를 설치하고 초기 비밀번호까지 입력했는데요, 오늘은 그 설정을 마무리하고 처음으로</a:t>
            </a:r>
          </a:p>
          <a:p>
            <a:r>
              <a:t>나만의 Job을 만들어서 실행까지 해보겠습니다. 이걸 마치면 13주차 대통합 실습을 위한 베이스캠프가</a:t>
            </a:r>
          </a:p>
          <a:p>
            <a:r>
              <a:t>완성되는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Jenkins 초기 설정 마법사를 완료하고,</a:t>
            </a:r>
          </a:p>
          <a:p>
            <a:r>
              <a:t>둘째, Freestyle Job의 기본 구조를 이해하고,</a:t>
            </a:r>
          </a:p>
          <a:p>
            <a:r>
              <a:t>셋째 — 오늘 직접 해볼 건데 — echo 명령을 실행하는 첫 Job을 만들고 Build Now로 실행합니다."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11주차 마지막이니 실습 후</a:t>
            </a:r>
          </a:p>
          <a:p>
            <a:r>
              <a:t>1~3차시 과제를 종합해서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초기 설정 마법사]</a:t>
            </a:r>
          </a:p>
          <a:p/>
          <a:p>
            <a:r>
              <a:t>"먼저 지난 시간에 멈췄던 지점부터 이어가겠습니다."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[플러그인 설치 · 관리자 계정 생성]</a:t>
            </a:r>
          </a:p>
          <a:p/>
          <a:p>
            <a:r>
              <a:t>"초기 비밀번호를 입력하면 'Install suggested plugins'라는 선택지가 나옵니다. 이걸 선택하면 Git</a:t>
            </a:r>
          </a:p>
          <a:p>
            <a:r>
              <a:t>연동, Pipeline 실행처럼 앞으로 우리가 쓸 기본 플러그인들이 자동으로 설치됩니다.</a:t>
            </a:r>
          </a:p>
          <a:p/>
          <a:p>
            <a:r>
              <a:t>설치가 끝나면 관리자 계정을 만드는 화면이 나옵니다. 아이디, 비밀번호, 이메일을 입력하면 되고요,</a:t>
            </a:r>
          </a:p>
          <a:p>
            <a:r>
              <a:t>이후로는 이 계정으로 로그인하게 됩니다.</a:t>
            </a:r>
          </a:p>
          <a:p/>
          <a:p>
            <a:r>
              <a:t>마지막으로 Jenkins URL을 확인하는 화면까지 지나가면 초기 설정이 끝납니다."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 계정 정보, 꼭 기억해두세요]</a:t>
            </a:r>
          </a:p>
          <a:p/>
          <a:p>
            <a:r>
              <a:t>"**(중요 강조)** 여기서 만든 관리자 계정은 오늘로 끝이 아니라, 앞으로 12주차와 13주차까지 계속</a:t>
            </a:r>
          </a:p>
          <a:p>
            <a:r>
              <a:t>사용합니다.</a:t>
            </a:r>
          </a:p>
          <a:p/>
          <a:p>
            <a:r>
              <a:t>비밀번호를 잊어버리면 컨테이너 내부 파일을 다시 확인해야 하는 번거로움이 있으니, 개인 메모장 등에</a:t>
            </a:r>
          </a:p>
          <a:p>
            <a:r>
              <a:t>안전하게 기록해두시길 권장합니다.</a:t>
            </a:r>
          </a:p>
          <a:p/>
          <a:p>
            <a:r>
              <a:t>**(다음 주 예고)** 이 계정으로 12주차에 Jenkinsfile 기반 Job을, 13주차에 실제 자동배포 파이프라인을</a:t>
            </a:r>
          </a:p>
          <a:p>
            <a:r>
              <a:t>만들 거예요. 오늘 만든 계정이 앞으로 3주간 계속 쓰일 '내 계정'이라고 생각하시면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첫 Job 만들기]</a:t>
            </a:r>
          </a:p>
          <a:p/>
          <a:p>
            <a:r>
              <a:t>"이제 실제로 Job을 만들어서 빌드를 돌려보겠습니다."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[Freestyle Job의 기본 구조]</a:t>
            </a:r>
          </a:p>
          <a:p/>
          <a:p>
            <a:r>
              <a:t>"Job을 만드는 가장 간단한 방법이 **Freestyle Job**입니다.</a:t>
            </a:r>
          </a:p>
          <a:p/>
          <a:p>
            <a:r>
              <a:t>**New Item**을 클릭하고 **Freestyle project**를 선택한 뒤 Job 이름을 입력합니다. 그다음 **Build</a:t>
            </a:r>
          </a:p>
          <a:p>
            <a:r>
              <a:t>Steps**에 'Execute shell'을 추가하고, 실행할 명령어를 입력합니다.</a:t>
            </a:r>
          </a:p>
          <a:p/>
          <a:p>
            <a:r>
              <a:t>저장한 뒤 **Build Now**를 클릭하면, Build 이력에 실행 결과(**Console Output**)가 남습니다.</a:t>
            </a:r>
          </a:p>
          <a:p/>
          <a:p>
            <a:r>
              <a:t>**(그림 설명)** 화면의 그림처럼 'Job 생성 → Build Steps 설정 → Build Now → Console Output 확인'</a:t>
            </a:r>
          </a:p>
          <a:p>
            <a:r>
              <a:t>이 네 단계가 Jenkins Job의 가장 기본적인 흐름입니다."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 만들 Job — hello-jenkins]</a:t>
            </a:r>
          </a:p>
          <a:p/>
          <a:p>
            <a:r>
              <a:t>"오늘 실습에서 만들 Job은 이렇습니다.</a:t>
            </a:r>
          </a:p>
          <a:p/>
          <a:p>
            <a:r>
              <a:t>Job 이름은 `hello-jenkins`(Freestyle project)로 만들고, Build Steps의 Execute shell에</a:t>
            </a:r>
          </a:p>
          <a:p>
            <a:r>
              <a:t>`echo \"Hello, Jenkins! Build number: $BUILD_NUMBER\"`를 입력합니다.</a:t>
            </a:r>
          </a:p>
          <a:p/>
          <a:p>
            <a:r>
              <a:t>**(변수 설명)** `$BUILD_NUMBER`는 Jenkins가 자동으로 채워주는 환경변수로, 이 Job이 몇 번째로</a:t>
            </a:r>
          </a:p>
          <a:p>
            <a:r>
              <a:t>실행됐는지를 나타냅니다.</a:t>
            </a:r>
          </a:p>
          <a:p/>
          <a:p>
            <a:r>
              <a:t>Build Now를 실행하면, Console Output에서 echo 결과와 빌드 번호가 함께 출력되는 걸 볼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Job 생성 실습]</a:t>
            </a:r>
          </a:p>
          <a:p/>
          <a:p>
            <a:r>
              <a:t>"자, 직접 해보겠습니다. 임시 Jenkins 컨테이너에서 Freestyle Job을 처음부터 직접 만들어보세요.</a:t>
            </a:r>
          </a:p>
          <a:p/>
          <a:p>
            <a:r>
              <a:t>Execute shell에 echo 명령을 3단계로 작성해보세요 — 예를 들어 '시작 로그' → '작업 로그' → '완료</a:t>
            </a:r>
          </a:p>
          <a:p>
            <a:r>
              <a:t>로그' 순서로요. Build Now를 실행한 뒤 Console Output에서 이 로그들이 순서대로 찍히는지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11주차 종합 제출]</a:t>
            </a:r>
          </a:p>
          <a:p/>
          <a:p>
            <a:r>
              <a:t>"개인 VM의 Jenkins에서 초기 설정 마법사(플러그인 설치·관리자 계정 생성)를 완료하세요.</a:t>
            </a:r>
          </a:p>
          <a:p/>
          <a:p>
            <a:r>
              <a:t>그다음 `hello-jenkins`라는 이름의 Freestyle Job을 만들고 Build Now를 실행하세요. Console Output에</a:t>
            </a:r>
          </a:p>
          <a:p>
            <a:r>
              <a:t>echo 결과가 출력된 화면을 캡처하시면 됩니다.</a:t>
            </a:r>
          </a:p>
          <a:p/>
          <a:p>
            <a:r>
              <a:t>**(주차 마무리 안내)** 오늘이 11주차 마지막 시간이니, 1차시(개념)·2차시(설치)·3차시(오늘, 첫 Job)</a:t>
            </a:r>
          </a:p>
          <a:p>
            <a:r>
              <a:t>실습 결과를 종합해서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**Jenkins 초기 설정 마법사로 플러그인 설치와 관리자 계정 생성을 완료한다.**</a:t>
            </a:r>
          </a:p>
          <a:p>
            <a:r>
              <a:t>둘째, **Freestyle Job은 Build Steps에 실행할 명령을 등록하고 Build Now로 실행하는 가장 단순한 Job</a:t>
            </a:r>
          </a:p>
          <a:p>
            <a:r>
              <a:t>형태다.**"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"Jenkins 베이스캠프가 완성됐습니다. 다음 12주차에서는 오늘처럼 화면에서 클릭으로 설정하는 대신,</a:t>
            </a:r>
          </a:p>
          <a:p>
            <a:r>
              <a:t>**Jenkinsfile**이라는 코드로 빌드 과정을 선언하는 법을 배우고, GitHub과 자동으로 연동해서 코드를</a:t>
            </a:r>
          </a:p>
          <a:p>
            <a:r>
              <a:t>push하면 자동으로 빌드가 시작되는 걸 확인해볼 거예요.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11주차 수고하셨습니다! Jenkins 서버를 직접 설치하고 첫 Job까지 실행하며, 13주차 대통합 실습의</a:t>
            </a:r>
          </a:p>
          <a:p>
            <a:r>
              <a:t>베이스캠프를 완성하셨습니다."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"Install suggested plugins 말고 직접 선택해서 설치해도 되나요?" | 가능하지만, 이 과목에서 필요한 플러그인(Git, Pipeline 등)이 suggested plugins에 대부분 포함되어 있어 자동 설치를 권장합니다. 나중에 필요한 플러그인이 빠졌다면 Jenkins 관리 화면에서 추가로 설치할 수 있습니다. |</a:t>
            </a:r>
          </a:p>
          <a:p>
            <a:r>
              <a:t>| "Build Now를 눌렀는데 아무 반응이 없어요" | Jenkins 대시보드 왼쪽 하단이나 Build History에서 진행 중인 빌드(회전하는 원 아이콘)를 확인하라고 안내하세요. 빌드가 끝나면 파란 원(성공) 또는 빨간 원(실패)으로 표시됩니다. |</a:t>
            </a:r>
          </a:p>
          <a:p>
            <a:r>
              <a:t>| "Freestyle Job과 다음 주에 배울 Pipeline은 뭐가 다른가요?" | Freestyle Job은 화면에서 클릭으로 설정하는 방식이고, Pipeline(Jenkinsfile)은 그 설정을 코드로 작성하는 방식입니다. 코드로 작성하면 Git으로 버전 관리를 할 수 있고, 복잡한 단계(Stage)를 구성하기도 더 유리해서 실무에서는 Pipeline 방식을 더 많이 씁니다.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플러그인·관리자 계정·첫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Jenkins 베이스캠프 완공하기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Jenkins 초기 설정 마법사(플러그인 설치·관리자 계정)를 완료한다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Freestyle Job의 기본 구조를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echo 명령을 실행하는 첫 Job을 만들고 Build Now로 실행한다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Job 생성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11주차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초기 설정 마법사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설치 직후 딱 한 번 거치는 절차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플러그인 설치 · 관리자 계정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초기 비밀번호 입력 후 'Install suggested plugins' 선택 — Git, Pipeline 등 기본 플러그인 자동 설치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설치 완료 후 관리자 계정(아이디·비밀번호·이메일) 생성 — 이후 이 계정으로 로그인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Jenkins URL 확인 화면까지 마치면 초기 설정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계정 정보, 꼭 기억해두세요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여기서 만든 관리자 계정은 앞으로 12~13주차까지 계속 사용합니다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비밀번호를 잊어버리면 컨테이너 내부 파일을 다시 확인해야 하는 번거로움이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메모장 등에 안전하게 기록해두는 것을 권장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계정으로 12주차에 Jenkinsfile 기반 Job을, 13주차에 자동배포 파이프라인을 만듭니다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첫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Freestyle Job으로 감을 잡는다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Freestyle Job의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New Item → Freestyle project 선택 → Job 이름 입력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Build Steps에 'Execute shell' 추가 → 실행할 명령어(예: echo) 입력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저장 후 'Build Now' 클릭 → Build 이력에 실행 결과(Console Output)가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Job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Steps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Now → Console Output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만들 Job — hello-jenkins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Job 이름: hello-jenkins (Freestyle project)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Build Steps → Execute shell → echo "Hello, Jenkins! Build number: $BUILD_NUMBER"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Build Now 실행 후 Console Output에서 echo 결과와 빌드 번호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임시 Jenkins 컨테이너에서 Freestyle Job을 처음부터 직접 생성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Execute shell에 echo 명령 3단계(예: 시작 로그 → 작업 로그 → 완료 로그) 작성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Build Now 실행 후 Console Output에서 순서대로 로그가 찍히는지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11주차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 Jenkins에서 초기 설정 마법사(플러그인·관리자 계정) 완료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hello-jenkins Freestyle Job 생성 후 Build Now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Console Output에 echo 결과가 출력된 화면 캡처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11주차 1~3차시(개념·설치·첫Job)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 초기 설정 마법사로 플러그인 설치와 관리자 계정 생성을 완료한다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Freestyle Job은 Build Steps에 실행할 명령을 등록하고 Build Now로 실행하는 가장 단순한 Job 형태다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— Jenkinsfile 파이프라인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오늘처럼 화면에서 클릭으로 설정하는 대신, Jenkinsfile이라는 코드로 빌드 과정을 선언하는 법을 배우고 GitHub과 자동 연동합니다.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11주차를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Jenkins 서버를 직접 설치하고 첫 Job까지 실행하며, 13주차 대통합 실습의 베이스캠프를 완성하셨습니다.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