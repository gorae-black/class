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HPA 개념과 오토스케일링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트래픽에 따라 Pod 개수가 스스로 늘어난다면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1.  HPA(오토스케일링)가 무엇이고 언제 필요한지 이해한다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2.  HPA가 동작하려면 metrics-server와 resource request가 필요한 이유를 이해한다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3.  chatbot Deployment에 HPA를 설정하고 준비 상태를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(50분, Killercoda 없음)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3824" y="1730959"/>
            <a:ext cx="2665475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4423409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9651" y="1730959"/>
            <a:ext cx="2665476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7619238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33472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78507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3100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43100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43100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43100" y="3474720"/>
            <a:ext cx="191109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HPA 원리+사전 준비</a:t>
            </a:r>
          </a:p>
        </p:txBody>
      </p:sp>
      <p:sp>
        <p:nvSpPr>
          <p:cNvPr id="17" name="Oval 16"/>
          <p:cNvSpPr/>
          <p:nvPr/>
        </p:nvSpPr>
        <p:spPr>
          <a:xfrm>
            <a:off x="582929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929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74336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8927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실습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7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7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20분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7" y="3474720"/>
            <a:ext cx="191109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metrics-server+HPA 설정</a:t>
            </a:r>
          </a:p>
        </p:txBody>
      </p:sp>
      <p:sp>
        <p:nvSpPr>
          <p:cNvPr id="24" name="Oval 23"/>
          <p:cNvSpPr/>
          <p:nvPr/>
        </p:nvSpPr>
        <p:spPr>
          <a:xfrm>
            <a:off x="9025128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5128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0163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4755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정리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4755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4755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4755" y="3474720"/>
            <a:ext cx="191109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제출 안내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왜 Pod 개수를 자동으로 늘려야 할까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13주차 챗봇이 갑자기 인기를 끈다면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오토스케일링이 필요한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트래픽은 항상 일정하지 않다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1주차에서 배운 대로, 클라우드의 핵심 특징 중 하나가 '신속한 확장성'이었음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13주차에 만든 챗봇 Pod가 1개뿐이라면, 갑자기 사용자가 몰릴 때 응답이 느려지거나 다운될 수 있음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그렇다고 항상 Pod를 5개씩 띄워두면 평소엔 자원 낭비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HPA(Horizontal Pod Autoscaler)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CPU 사용률 같은 지표를 보고, 필요할 때만 자동으로 Pod 개수를 늘리거나 줄이는 K8s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HPA가 동작하는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지표 수집 → 판단 → 확장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HPA 동작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HPA의 판단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metrics-server가 각 Pod의 실제 CPU 사용률을 주기적으로 수집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HPA가 '설정한 목표치(예: 50%)'와 '실제 사용률'을 비교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목표치를 넘으면 replicas를 늘리고(Scale-out), 줄어들면 다시 줄임(Scale-in)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HPA 판단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metrics-server(수집)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HPA(목표치 비교·판단)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Deployment replicas 자동 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HPA 동작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사전 준비 ① — metrics-server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HPA는 CPU 사용률을 알아야 판단할 수 있는데, 기본 minikube에는 이 수집 기능이 꺼져있음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addons enable metrics-server 로 활성화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top pods 명령으로 실제 Pod별 CPU 사용률이 보이면 준비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HPA 동작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사전 준비 ② — resource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HPA는 '실제 사용률'을 '요청한 양(request) 대비 %'로 계산함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6주차에 다룬 개념과 달리, 여기서 request는 '컨테이너가 최소한 보장받는 자원'을 의미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set resources deployment chatbot -c=web --requests=cpu=50m,memory=64Mi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⚠  검증된 주의사항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request를 너무 높게 잡으면, 실제 사용률이 목표치를 넘기 어려워 스케일업이 관찰되지 않습니다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HPA 동작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HPA 생성 명령어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autoscale deployment chatbot --cpu-percent=50 --min=1 --max=5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→ CPU 사용률이 50%를 넘으면 Pod를 늘리고, 최소 1개~최대 5개 사이에서 조정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hpa 로 TARGET(현재/목표 %)과 REPLICAS(현재 Pod 수) 실시간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metrics-server + HPA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minikube addons enable metrics-server 후 kubectl top pods로 수집 확인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set resources 로 chatbot의 resource request를 낮게 설정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autoscale deployment chatbot --cpu-percent=50 --min=1 --max=5 실행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get hpa 로 HPA가 생성되고 TARGET 값이 보이는지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결과 정리 및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top pods 결과 캡처(CPU 사용률이 실제로 보이는 화면)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hpa 결과 캡처(REPLICAS: 1/1 등 초기 상태)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2차시에 이 HPA를 실제로 트리거하는 부하 테스트를 진행하니 오늘 설정을 지우지 말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HPA는 CPU 사용률 같은 지표를 보고 Pod 개수를 자동으로 늘리거나 줄이는 K8s 기능이다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HPA가 동작하려면 metrics-server(지표 수집)와 낮은 resource request(임계값 계산 기준)가 함께 필요하다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14주차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ApacheBench로 실제 트래픽 폭주 상황을 만들어, 오늘 설정한 HPA가 정말로 Pod를 늘리는지 직접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