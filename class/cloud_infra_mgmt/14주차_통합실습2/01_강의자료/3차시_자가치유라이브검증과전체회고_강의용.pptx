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자가치유 라이브 검증과 전체 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0주차부터 14주차까지, 우리가 만든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1.  부하가 걸린 상태에서 Pod를 강제로 삭제해 자가치유를 라이브로 검증한다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2.  HPA(확장)와 자가치유(복구)가 함께 동작해 고가용성을 이루는 원리를 정리한다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3.  0~14주차 전체 여정을 되짚어보며 배운 것을 회고한다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(50분, 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4228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4228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1388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1388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1388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고가용성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0550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6632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6632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VM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자가치유 라이브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2954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903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903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619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전체 회고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619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10분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619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0~14주 되돌아보기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Scale-out과 자가치유, 함께 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고가용성이 완성되는 순간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고가용성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두 가지 능력이 합쳐지면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Scale-out(HPA) — 트래픽이 몰리면 Pod 수를 늘려 부하를 분산(14주차 2차시)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자가치유(Self-Healing) — Pod가 죽으면 즉시 새로 만들어 개수를 유지(7주차)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 둘이 함께 있으면, '트래픽 폭주'와 '장애' 두 가지 위기 모두에서 서비스가 스스로 살아남음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고가용성의 두 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트래픽 폭주 → HPA가 Pod 증설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장애 발생(Pod Kill) → 자가치유가 즉시 복구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고가용성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 검증할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부하가 걸려 Pod가 여러 개로 늘어난 상태에서, 그중 하나를 강제로 kubectl delete pod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Deployment가 즉시 그 자리를 새 Pod로 채우는지 확인(7주차에 배운 원리 그대로)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이 과정 동안 서비스(curl 응답)가 완전히 끊기지 않는지도 함께 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7주차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7주차에 배운 자가치유가, 오늘은 '부하가 걸린 실전 상황'에서도 그대로 작동하는지 검증합니다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부하 속에서 Pod를 죽여본다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자가치유 라이브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ab로 다시 한번 부하를 걸어 Pod가 여러 개인 상태를 만듦(2차시 참고)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get pods 로 현재 떠 있는 chatbot Pod 이름 하나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delete pod {파드이름} 로 강제 삭제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get pods -w 로 삭제된 Pod 대신 새 Pod가 즉시 생성되는 과정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14주차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 삭제 직후 kubectl get pods -w 화면(Terminating→새 Pod 생성)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삭제 도중 curl $(minikube service chatbot --url) 실행 결과 캡처(서비스 지속 확인)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14주차 1~3차시(HPA 설정·부하테스트·자가치유)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전체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0주차부터 14주차까지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3 · 전체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우리가 지나온 5단계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2377440" cy="5303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54480"/>
            <a:ext cx="8412480" cy="5303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8412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무엇을 배웠나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84831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84831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0단계(0주차)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84831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084831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 환경 구성 — 실습의 출발점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615184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15184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1단계(1~3주)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615184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615184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 — 컨테이너로 앱을 포장하는 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45535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45535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2단계(4~7주)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145535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145535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Kubernetes — 컨테이너를 자동으로 운영하는 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675887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675887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3단계(9~10주)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675887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675887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Terraform — 인프라를 코드로 관리하는 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06240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06240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4단계(11~12주)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206240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206240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Jenkins — 빌드·배포를 자동화하는 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736592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736592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5단계(13~14주)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736592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736592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전체 통합 — 위 모든 것을 하나의 파이프라인으로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HPA(확장)와 자가치유(복구)가 함께 동작해, 트래픽 폭주와 장애 모두에서 서비스가 스스로 살아남는 고가용성을 이룬다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0주차부터 14주차까지, 우리는 하나의 서비스를 만들고, 운영하고, 자동화하고, 견고하게 만드는 전 과정을 직접 경험했다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15주차 — 기말고사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9~12주차 Terraform·Jenkins를 복습하고, 13~14주차 통합실습을 최종 점검한 뒤, 전체 파이프라인 아키텍처를 설계·분석하는 기말고사를 치릅니다.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