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"14주차 2차시를 시작하겠습니다.</a:t>
            </a:r>
          </a:p>
          <a:p/>
          <a:p>
            <a:r>
              <a:t>지난 시간에 HPA 설정까지 마쳤는데요, 오늘은 진짜 하이라이트입니다 — 실제로 트래픽을 폭주시켜서,</a:t>
            </a:r>
          </a:p>
          <a:p>
            <a:r>
              <a:t>K8s가 스스로 Pod를 늘리는 순간을 직접 눈으로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ApacheBench(ab)로 부하 테스트를 실행하는 방법을 이해하고,</a:t>
            </a:r>
          </a:p>
          <a:p>
            <a:r>
              <a:t>둘째, 요청당 연산이 거의 없는 앱은 왜 스케일업이 관찰되지 않는지 이해하고,</a:t>
            </a:r>
          </a:p>
          <a:p>
            <a:r>
              <a:t>셋째 — 오늘 직접 해볼 건데 — 실제로 트래픽을 흘려보내 chatbot Pod가 늘어나는 것을 관찰합니다."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"오늘은 개념 설명 20분, VM 실습 25분, 결과 정리 5분으로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ApacheBench란?]</a:t>
            </a:r>
          </a:p>
          <a:p/>
          <a:p>
            <a:r>
              <a:t>"먼저 오늘 쓸 도구부터 소개해드릴게요."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[ab 명령어 기본 문법]</a:t>
            </a:r>
          </a:p>
          <a:p/>
          <a:p>
            <a:r>
              <a:t>"**ApacheBench**, 줄여서 `ab`는 터미널에서 간단하게 부하를 흉내낼 수 있는 도구입니다.</a:t>
            </a:r>
          </a:p>
          <a:p/>
          <a:p>
            <a:r>
              <a:t>```</a:t>
            </a:r>
          </a:p>
          <a:p>
            <a:r>
              <a:t>ab -n 10000 -c 100 http://{chatbot-url}/</a:t>
            </a:r>
          </a:p>
          <a:p>
            <a:r>
              <a:t>```</a:t>
            </a:r>
          </a:p>
          <a:p/>
          <a:p>
            <a:r>
              <a:t>`-n 10000`은 총 몇 번 요청을 보낼지(요청 총량)를 뜻하고, `-c 100`은 동시에 몇 개의 연결로 요청을</a:t>
            </a:r>
          </a:p>
          <a:p>
            <a:r>
              <a:t>보낼지(동시성)를 뜻합니다. 실행하면 초당 처리 요청 수, 응답 시간 같은 통계가 출력됩니다.</a:t>
            </a:r>
          </a:p>
          <a:p/>
          <a:p>
            <a:r>
              <a:t>**(비유)** 마치 순간적으로 수백 명이 동시에 우리 챗봇에 접속하는 상황을 인위적으로 만드는</a:t>
            </a:r>
          </a:p>
          <a:p>
            <a:r>
              <a:t>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검증된 함정]</a:t>
            </a:r>
          </a:p>
          <a:p/>
          <a:p>
            <a:r>
              <a:t>"그런데 이 실습에는 미리 꼭 알아야 할 함정이 하나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[부하를 줘도 CPU가 0%에 머무는 이유]</a:t>
            </a:r>
          </a:p>
          <a:p/>
          <a:p>
            <a:r>
              <a:t>"**(핵심 경고)** 만약 챗봇 앱이 요청당 실제 연산이 거의 없다면 — 예를 들어 단순히 미리 정해둔</a:t>
            </a:r>
          </a:p>
          <a:p>
            <a:r>
              <a:t>문자열을 반환하기만 한다면 — `ab`로 아무리 부하를 줘도 CPU 사용률이 **0%에 머무를 수 있습니다.**</a:t>
            </a:r>
          </a:p>
          <a:p/>
          <a:p>
            <a:r>
              <a:t>이건 여러분이 뭔가 잘못해서가 아니라, 원래 그렇게 동작하는 겁니다. 요청을 처리하는 데 CPU 연산이</a:t>
            </a:r>
          </a:p>
          <a:p>
            <a:r>
              <a:t>거의 필요 없으니, 요청이 아무리 많이 와도 CPU가 바빠지지 않는 거예요.</a:t>
            </a:r>
          </a:p>
          <a:p/>
          <a:p>
            <a:r>
              <a:t>**(추가 주의사항)** 그리고 우리 VM은 2 vCPU라서, `ab` 프로세스 자체가 오히려 더 큰 부담이 되기도</a:t>
            </a:r>
          </a:p>
          <a:p>
            <a:r>
              <a:t>합니다.</a:t>
            </a:r>
          </a:p>
          <a:p/>
          <a:p>
            <a:r>
              <a:t>**(해결책 제시)** 그래서 두 가지를 함께 적용해야 합니다. 첫째는 지난 시간에 이미 한</a:t>
            </a:r>
          </a:p>
          <a:p>
            <a:r>
              <a:t>resource request를 낮게 설정하는 것, 둘째는 오늘 새로 할 챗봇 응답 로직에 약간의 연산을 추가하는</a:t>
            </a:r>
          </a:p>
          <a:p>
            <a:r>
              <a:t>것입니다."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[챗봇 응답 로직에 연산 추가하기]</a:t>
            </a:r>
          </a:p>
          <a:p/>
          <a:p>
            <a:r>
              <a:t>"구체적으로는, `app.py`의 응답 함수 안에 문자열 처리를 반복하는 코드를 몇 줄 추가합니다. 예를 들어</a:t>
            </a:r>
          </a:p>
          <a:p>
            <a:r>
              <a:t>특정 연산을 N번 반복하는 식이에요.</a:t>
            </a:r>
          </a:p>
          <a:p/>
          <a:p>
            <a:r>
              <a:t>**(효과 설명)** 이렇게 하면 요청 하나당 실제로 CPU를 사용하는 시간이 생겨서, 부하가 몰릴 때</a:t>
            </a:r>
          </a:p>
          <a:p>
            <a:r>
              <a:t>사용률이 눈에 띄게 오릅니다.</a:t>
            </a:r>
          </a:p>
          <a:p/>
          <a:p>
            <a:r>
              <a:t>**(파이프라인 재활용 강조)** 코드를 수정한 뒤에는 어떻게 배포하죠? 맞습니다 — 12~13주차에 배운</a:t>
            </a:r>
          </a:p>
          <a:p>
            <a:r>
              <a:t>파이프라인 그대로, `git push`만 하면 자동으로 새 버전이 배포됩니다. 오늘은 이 파이프라인을 실전에서</a:t>
            </a:r>
          </a:p>
          <a:p>
            <a:r>
              <a:t>다시 한번 활용해보는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부하 테스트 준비]</a:t>
            </a:r>
          </a:p>
          <a:p/>
          <a:p>
            <a:r>
              <a:t>"자, 직접 해보겠습니다.</a:t>
            </a:r>
          </a:p>
          <a:p/>
          <a:p>
            <a:r>
              <a:t>먼저 `app.py`에 연산을 추가하고 `git push`하세요. 파이프라인이 자동으로 배포할 때까지 기다렸다가,</a:t>
            </a:r>
          </a:p>
          <a:p>
            <a:r>
              <a:t>새 버전이 반영됐는지 확인하세요.</a:t>
            </a:r>
          </a:p>
          <a:p/>
          <a:p>
            <a:r>
              <a:t>그다음 다른 터미널 창 두 개를 열어서, 하나에는 `kubectl get pods -w`, 다른 하나에는 `kubectl get</a:t>
            </a:r>
          </a:p>
          <a:p>
            <a:r>
              <a:t>hpa -w`를 띄워두세요. 실시간으로 관찰할 준비를 하는 겁니다.</a:t>
            </a:r>
          </a:p>
          <a:p/>
          <a:p>
            <a:r>
              <a:t>마지막으로 `ab -n 10000 -c 100 http://$(minikube service chatbot --url)/`를 실행하세요."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스케일업 관찰]</a:t>
            </a:r>
          </a:p>
          <a:p/>
          <a:p>
            <a:r>
              <a:t>"부하를 주는 동안 `kubectl get hpa -w` 화면을 지켜보세요. TARGET 항목의 CPU %가 점점 올라가는 걸</a:t>
            </a:r>
          </a:p>
          <a:p>
            <a:r>
              <a:t>볼 수 있을 거예요.</a:t>
            </a:r>
          </a:p>
          <a:p/>
          <a:p>
            <a:r>
              <a:t>목표치(50%)를 넘으면, REPLICAS가 1 → 2 → 3처럼 늘어나는 순간이 옵니다. 이 순간을 놓치지 말고</a:t>
            </a:r>
          </a:p>
          <a:p>
            <a:r>
              <a:t>캡처하세요.</a:t>
            </a:r>
          </a:p>
          <a:p/>
          <a:p>
            <a:r>
              <a:t>동시에 `kubectl get pods -w` 화면에서도 새로운 chatbot Pod가 추가로 생성되는 걸 확인할 수 있습니다.</a:t>
            </a:r>
          </a:p>
          <a:p/>
          <a:p>
            <a:r>
              <a:t>**(감동 포인트 강조)** 이 순간이 이 과목에서 가장 극적인 순간 중 하나입니다. 여러분이 코드 한 줄</a:t>
            </a:r>
          </a:p>
          <a:p>
            <a:r>
              <a:t>건드리지 않았는데, K8s가 스스로 판단해서 서버를 늘리는 걸 직접 보시는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제출]</a:t>
            </a:r>
          </a:p>
          <a:p/>
          <a:p>
            <a:r>
              <a:t>"오늘의 결과물은 이렇습니다.</a:t>
            </a:r>
          </a:p>
          <a:p/>
          <a:p>
            <a:r>
              <a:t>`ab` 실행 결과(Requests per second 등 통계)를 캡처하세요. `kubectl get hpa`에서 REPLICAS가 늘어난</a:t>
            </a:r>
          </a:p>
          <a:p>
            <a:r>
              <a:t>순간의 화면(예: 1/1 → 3/5)을 캡처하세요. `kubectl get pods`에서 chatbot Pod가 여러 개로 늘어난</a:t>
            </a:r>
          </a:p>
          <a:p>
            <a:r>
              <a:t>화면도 캡처하세요."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**ab -n(요청 수) -c(동시성)로 실제 트래픽 폭주 상황을 흉내낼 수 있다.**</a:t>
            </a:r>
          </a:p>
          <a:p>
            <a:r>
              <a:t>둘째, **요청당 연산이 거의 없는 앱은 CPU 사용률이 오르지 않으므로, 응답 로직에 실제 연산을</a:t>
            </a:r>
          </a:p>
          <a:p>
            <a:r>
              <a:t>더해야 스케일업이 관찰된다.**"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3차시에서는 이번엔 Pod를 강제로 죽여서, 부하가 몰린 상황에서도 자가치유가 정상 작동하는지</a:t>
            </a:r>
          </a:p>
          <a:p>
            <a:r>
              <a:t>확인해보겠습니다. 그리고 지금까지의 전체 여정을 함께 회고하는 시간도 갖겠습니다.</a:t>
            </a:r>
          </a:p>
          <a:p/>
          <a:p>
            <a:r>
              <a:t>오늘 수업은 여기까지입니다. 결과 캡처 모두 제출해주시고, HPA와 chatbot Deployment는 지우지 마세요.</a:t>
            </a:r>
          </a:p>
          <a:p>
            <a:r>
              <a:t>궁금한 점은 LMS Q&amp;A 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"연산을 추가했는데도 CPU가 안 올라요" | resource request가 실제로 적용됐는지(`kubectl describe deployment chatbot`), 추가한 연산이 충분히 무거운지(반복 횟수를 늘려보기), 새 이미지가 실제로 배포됐는지(`kubectl get pods`의 이미지 태그 확인) 순서대로 점검하도록 안내하세요. |</a:t>
            </a:r>
          </a:p>
          <a:p>
            <a:r>
              <a:t>| "ab 실행 중 VM이 너무 느려져요" | 2 vCPU 환경에서는 `-c`(동시성) 값을 100에서 30~50 정도로 낮춰서 실행해보라고 안내하세요. 목표는 극한의 부하가 아니라 '스케일업이 관찰될 정도'의 부하입니다. |</a:t>
            </a:r>
          </a:p>
          <a:p>
            <a:r>
              <a:t>| "REPLICAS가 max(5)까지 다 늘어나야 하나요?" | 아닙니다. 목표치를 넘는 순간 1개 이상 늘어나는 것만 확인되면 충분합니다. 부하 강도에 따라 2개에서 멈출 수도, 5개까지 늘어날 수도 있습니다.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14주차 2차시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ApacheBench 부하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실제로 트래픽을 폭주시켜 스케일업을 눈으로 본다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ApacheBench(ab)로 부하 테스트를 실행하는 방법을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요청당 연산이 거의 없는 앱은 왜 스케일업이 관찰되지 않는지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실제로 트래픽을 흘려보내 chatbot Pod가 1개에서 여러 개로 늘어나는 것을 관찰한다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2차시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ab 사용법+검증된 함정</a:t>
            </a:r>
          </a:p>
        </p:txBody>
      </p:sp>
      <p:sp>
        <p:nvSpPr>
          <p:cNvPr id="13" name="Oval 12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실습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부하 테스트+스케일업 관찰</a:t>
            </a:r>
          </a:p>
        </p:txBody>
      </p:sp>
      <p:sp>
        <p:nvSpPr>
          <p:cNvPr id="18" name="Oval 17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정리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제출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2차시 [VM 전용]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ApacheBench란?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터미널로 부하를 흉내내는 도구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ApacheBench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ab 명령어 기본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ab -n 10000 -c 100 http://{chatbot-url}/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-n 10000 — 총 몇 번 요청을 보낼지(요청 총량)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-c 100 — 동시에 몇 개의 연결로 요청을 보낼지(동시성)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실행하면 초당 처리 요청 수, 응답 시간 등 통계가 출력됨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검증된 함정 — CPU가 안 오른다면?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1차시에서 예고했던 그 이유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검증된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부하를 줘도 CPU가 0%에 머무는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챗봇 앱이 요청당 실제 연산이 거의 없으면(단순 문자열 반환 등), ab로 아무리 부하를 줘도 CPU 사용률이 오르지 않음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 vCPU VM에서는 ab 프로세스 자체가 오히려 더 큰 부담이 되기도 함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1차시에 설정한 resource request(낮게)만으로는 부족할 수 있음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✅  함께 적용해야 하는 두 가지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resource request를 낮게(완료) ② 챗봇 응답 로직에 약간의 연산 추가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2차시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검증된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챗봇 응답 로직에 연산 추가하기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app.py의 응답 함수 안에 문자열 처리를 반복하는 코드를 몇 줄 추가(예: 특정 연산을 N회 반복)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이렇게 하면 요청 하나당 실제로 CPU를 사용하는 시간이 생겨, 부하가 몰릴 때 사용률이 눈에 띄게 오름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코드 수정 후 12~13주차에 배운 파이프라인으로 다시 배포(git push만 하면 자동 반영)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실습 — 부하 테스트 준비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app.py에 연산 추가 → git push → 파이프라인 자동 배포로 새 버전 반영 확인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다른 터미널 창에 kubectl get pods -w 와 kubectl get hpa -w 를 각각 띄워 실시간 관찰 준비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ab -n 10000 -c 100 http://$(minikube service chatbot --url)/ 실행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실습 — 스케일업 관찰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hpa -w 화면에서 TARGET(CPU %)이 올라가는 것을 관찰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목표치(50%)를 넘으면 REPLICAS가 1 → 2 → 3처럼 늘어나는 순간을 포착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-w 화면에서 새 chatbot Pod가 추가로 생성되는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ab 실행 결과(Requests per second 등 통계)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hpa 에서 REPLICAS가 늘어난 순간의 화면 캡처(예: 1/1 → 3/5)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kubectl get pods 에서 chatbot Pod가 여러 개로 늘어난 화면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14주차 2차시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12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ab -n(요청 수) -c(동시성)로 실제 트래픽 폭주 상황을 흉내낼 수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요청당 연산이 거의 없는 앱은 CPU 사용률이 오르지 않으므로, 응답 로직에 실제 연산을 더해야 스케일업이 관찰된다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14주차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이번엔 Pod를 강제로 죽여서 자가치유가 부하 상황에서도 정상 작동하는지 확인하고, 지금까지의 전체 여정을 함께 회고합니다.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