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9" r:id="rId2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"14주차 2차시를 시작하겠습니다.</a:t>
            </a:r>
          </a:p>
          <a:p/>
          <a:p>
            <a:r>
              <a:t>지난 시간에 HPA 설정까지 마쳤는데요, 오늘은 진짜 하이라이트입니다 — 실제로 트래픽을 폭주시켜서,</a:t>
            </a:r>
          </a:p>
          <a:p>
            <a:r>
              <a:t>K8s가 스스로 Pod를 늘리는 순간을 직접 눈으로 확인해보겠습니다.</a:t>
            </a:r>
          </a:p>
          <a:p/>
          <a:p>
            <a:r>
              <a:t>1차시가 준비 단계였다면, 오늘은 그 준비가 실제로 작동하는지 시험하는 시간입니다. 13주차의 E2E</a:t>
            </a:r>
          </a:p>
          <a:p>
            <a:r>
              <a:t>테스트가 '파이프라인이 자동으로 도는가'를 확인했다면, 오늘은 '서비스가 부하를 견디는가'를</a:t>
            </a:r>
          </a:p>
          <a:p>
            <a:r>
              <a:t>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ApacheBench(ab)로 부하 테스트를 실행하는 방법을 이해하고,</a:t>
            </a:r>
          </a:p>
          <a:p>
            <a:r>
              <a:t>둘째, 요청당 연산이 거의 없는 앱은 왜 스케일업이 관찰되지 않는지 이해하고,</a:t>
            </a:r>
          </a:p>
          <a:p>
            <a:r>
              <a:t>셋째 — 오늘 직접 해볼 건데 — 실제로 트래픽을 흘려보내 chatbot Pod가 늘어나는 것을 관찰합니다.</a:t>
            </a:r>
          </a:p>
          <a:p/>
          <a:p>
            <a:r>
              <a:t>둘째 목표가 오늘 실습에서 가장 중요합니다. 이 함정을 미리 알지 못하면, 부하를 줬는데도 아무</a:t>
            </a:r>
          </a:p>
          <a:p>
            <a:r>
              <a:t>반응이 없어서 '내가 뭔가 잘못했나'하고 오랜 시간 헤맬 수 있습니다. 셋째 목표까지 마치면, 1주차부터</a:t>
            </a:r>
          </a:p>
          <a:p>
            <a:r>
              <a:t>들어온 '클라우드는 탄력적으로 확장된다'는 말을 여러분 손으로 직접 증명하게 되는 셈입니다."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"오늘은 개념 설명 20분, VM 실습 25분, 결과 정리 5분으로 진행합니다.</a:t>
            </a:r>
          </a:p>
          <a:p/>
          <a:p>
            <a:r>
              <a:t>오늘 순서는 두 파트입니다 — 먼저 ApacheBench 도구를 소개하고(Part 1), 그다음 오늘 실습에서</a:t>
            </a:r>
          </a:p>
          <a:p>
            <a:r>
              <a:t>반드시 알아야 할 함정을 짚습니다(Part 2). 함정을 이해한 뒤 실습에 들어가야 시행착오를 줄일 수</a:t>
            </a:r>
          </a:p>
          <a:p>
            <a:r>
              <a:t>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ApacheBench란?]</a:t>
            </a:r>
          </a:p>
          <a:p/>
          <a:p>
            <a:r>
              <a:t>"먼저 오늘 쓸 도구부터 소개해드릴게요.</a:t>
            </a:r>
          </a:p>
          <a:p/>
          <a:p>
            <a:r>
              <a:t>이름이 조금 낯설지만, 사용법은 아주 간단한 도구입니다. 한 줄 명령으로 수백 명의 동시 접속을</a:t>
            </a:r>
          </a:p>
          <a:p>
            <a:r>
              <a:t>흉내낼 수 있다는 게 이 도구의 매력입니다."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 명령어 기본 문법]</a:t>
            </a:r>
          </a:p>
          <a:p/>
          <a:p>
            <a:r>
              <a:t>"**ApacheBench**, 줄여서 `ab`는 터미널에서 간단하게 부하를 흉내낼 수 있는 도구입니다.</a:t>
            </a:r>
          </a:p>
          <a:p/>
          <a:p>
            <a:r>
              <a:t>```</a:t>
            </a:r>
          </a:p>
          <a:p>
            <a:r>
              <a:t>ab -n 10000 -c 100 http://{chatbot-url}/</a:t>
            </a:r>
          </a:p>
          <a:p>
            <a:r>
              <a:t>```</a:t>
            </a:r>
          </a:p>
          <a:p/>
          <a:p>
            <a:r>
              <a:t>`-n 10000`은 총 몇 번 요청을 보낼지(요청 총량)를 뜻하고, `-c 100`은 동시에 몇 개의 연결로 요청을</a:t>
            </a:r>
          </a:p>
          <a:p>
            <a:r>
              <a:t>보낼지(동시성)를 뜻합니다. 실행하면 초당 처리 요청 수, 응답 시간 같은 통계가 출력됩니다.</a:t>
            </a:r>
          </a:p>
          <a:p/>
          <a:p>
            <a:r>
              <a:t>**(비유)** 마치 순간적으로 수백 명이 동시에 우리 챗봇에 접속하는 상황을 인위적으로 만드는</a:t>
            </a:r>
          </a:p>
          <a:p>
            <a:r>
              <a:t>거예요.</a:t>
            </a:r>
          </a:p>
          <a:p/>
          <a:p>
            <a:r>
              <a:t>**(용어 정리)** Apache라는 이름이 붙어있지만, Apache 웹서버뿐 아니라 어떤 웹 서비스에도 부하를</a:t>
            </a:r>
          </a:p>
          <a:p>
            <a:r>
              <a:t>줄 수 있는 범용 도구입니다. 원래 아파치 웹서버 프로젝트에서 만들어져서 이런 이름이 붙었습니다."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검증된 함정]</a:t>
            </a:r>
          </a:p>
          <a:p/>
          <a:p>
            <a:r>
              <a:t>"그런데 이 실습에는 미리 꼭 알아야 할 함정이 하나 있습니다.</a:t>
            </a:r>
          </a:p>
          <a:p/>
          <a:p>
            <a:r>
              <a:t>이 함정을 모르고 실습에 들어가면, 부하를 아무리 줘도 아무 일도 일어나지 않아서 당황할 수</a:t>
            </a:r>
          </a:p>
          <a:p>
            <a:r>
              <a:t>있습니다. 이 과목의 실습가이드에도 이 내용이 검증된 함정으로 명시되어 있습니다 — 여러분만 겪는</a:t>
            </a:r>
          </a:p>
          <a:p>
            <a:r>
              <a:t>문제가 아니라는 뜻이니 안심하고 들으셔도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[부하를 줘도 CPU가 0%에 머무는 이유]</a:t>
            </a:r>
          </a:p>
          <a:p/>
          <a:p>
            <a:r>
              <a:t>"**(핵심 경고)** 만약 챗봇 앱이 요청당 실제 연산이 거의 없다면 — 예를 들어 단순히 미리 정해둔</a:t>
            </a:r>
          </a:p>
          <a:p>
            <a:r>
              <a:t>문자열을 반환하기만 한다면 — `ab`로 아무리 부하를 줘도 CPU 사용률이 **0%에 머무를 수 있습니다.**</a:t>
            </a:r>
          </a:p>
          <a:p/>
          <a:p>
            <a:r>
              <a:t>이건 여러분이 뭔가 잘못해서가 아니라, 원래 그렇게 동작하는 겁니다. 요청을 처리하는 데 CPU 연산이</a:t>
            </a:r>
          </a:p>
          <a:p>
            <a:r>
              <a:t>거의 필요 없으니, 요청이 아무리 많이 와도 CPU가 바빠지지 않는 거예요.</a:t>
            </a:r>
          </a:p>
          <a:p/>
          <a:p>
            <a:r>
              <a:t>**(추가 주의사항)** 그리고 우리 VM은 2 vCPU라서, `ab` 프로세스 자체가 오히려 더 큰 부담이 되기도</a:t>
            </a:r>
          </a:p>
          <a:p>
            <a:r>
              <a:t>합니다.</a:t>
            </a:r>
          </a:p>
          <a:p/>
          <a:p>
            <a:r>
              <a:t>**(구체적 상상)** 비유하자면, 아무리 손님이 많이 몰려와도 그냥 "안녕하세요"라고 인사만 하고</a:t>
            </a:r>
          </a:p>
          <a:p>
            <a:r>
              <a:t>끝나는 가게라면, 손님 수가 늘어나도 직원이 힘들어지지 않는 것과 비슷합니다. 손님(요청)을 응대하는</a:t>
            </a:r>
          </a:p>
          <a:p>
            <a:r>
              <a:t>데 실제로 품(CPU 연산)이 드는 작업이 있어야, 손님이 몰릴 때 직원이 바빠지는 게 눈에 보이겠죠.</a:t>
            </a:r>
          </a:p>
          <a:p/>
          <a:p>
            <a:r>
              <a:t>**(해결책 제시)** 그래서 두 가지를 함께 적용해야 합니다. 첫째는 지난 시간에 이미 한</a:t>
            </a:r>
          </a:p>
          <a:p>
            <a:r>
              <a:t>resource request를 낮게 설정하는 것, 둘째는 오늘 새로 할 챗봇 응답 로직에 약간의 연산을 추가하는</a:t>
            </a:r>
          </a:p>
          <a:p>
            <a:r>
              <a:t>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[챗봇 응답 로직에 연산 추가하기]</a:t>
            </a:r>
          </a:p>
          <a:p/>
          <a:p>
            <a:r>
              <a:t>"구체적으로는, 13주차 2차시에 만든 로컬 `~/chatbot` 폴더로 이동해서, `app.py`의 응답 함수 안에 문자열 처리를 반복하는 코드를 몇 줄 추가합니다. 예를 들어</a:t>
            </a:r>
          </a:p>
          <a:p>
            <a:r>
              <a:t>특정 연산을 N번 반복하는 식이에요.</a:t>
            </a:r>
          </a:p>
          <a:p/>
          <a:p>
            <a:r>
              <a:t>**(효과 설명)** 이렇게 하면 요청 하나당 실제로 CPU를 사용하는 시간이 생겨서, 부하가 몰릴 때</a:t>
            </a:r>
          </a:p>
          <a:p>
            <a:r>
              <a:t>사용률이 눈에 띄게 오릅니다.</a:t>
            </a:r>
          </a:p>
          <a:p/>
          <a:p>
            <a:r>
              <a:t>**(파이프라인 재활용 강조)** 코드를 수정한 뒤에는 어떻게 배포하죠? 맞습니다 — 12~13주차에 배운</a:t>
            </a:r>
          </a:p>
          <a:p>
            <a:r>
              <a:t>파이프라인 그대로, `git push`만 하면 자동으로 새 버전이 배포됩니다. 오늘은 이 파이프라인을 실전에서</a:t>
            </a:r>
          </a:p>
          <a:p>
            <a:r>
              <a:t>다시 한번 활용해보는 거예요.</a:t>
            </a:r>
          </a:p>
          <a:p/>
          <a:p>
            <a:r>
              <a:t>**(연결의 의미)** 13주차에 그렇게 힘들게 만들었던 자동 배포 파이프라인이, 오늘 이렇게 자연스럽게</a:t>
            </a:r>
          </a:p>
          <a:p>
            <a:r>
              <a:t>다시 쓰이는 걸 보면 그 노력이 헛되지 않았다는 게 느껴지실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부하 테스트 준비]</a:t>
            </a:r>
          </a:p>
          <a:p/>
          <a:p>
            <a:r>
              <a:t>"자, 직접 해보겠습니다.</a:t>
            </a:r>
          </a:p>
          <a:p/>
          <a:p>
            <a:r>
              <a:t>먼저 `~/chatbot` 폴더로 이동해 `app.py`에 연산을 추가하고 `git push`하세요. 파이프라인이 자동으로 배포할 때까지 기다렸다가,</a:t>
            </a:r>
          </a:p>
          <a:p>
            <a:r>
              <a:t>새 버전이 반영됐는지 확인하세요.</a:t>
            </a:r>
          </a:p>
          <a:p/>
          <a:p>
            <a:r>
              <a:t>그다음 다른 터미널 창 두 개를 열어서, 하나에는 `kubectl get pods -w`, 다른 하나에는 `kubectl get</a:t>
            </a:r>
          </a:p>
          <a:p>
            <a:r>
              <a:t>hpa -w`를 띄워두세요. 실시간으로 관찰할 준비를 하는 겁니다.</a:t>
            </a:r>
          </a:p>
          <a:p/>
          <a:p>
            <a:r>
              <a:t>마지막으로 `ab -n 10000 -c 100 $(minikube service chatbot --url)/`를 실행하세요.</a:t>
            </a:r>
          </a:p>
          <a:p/>
          <a:p>
            <a:r>
              <a:t>**(터미널 배치 팁)** 화면을 세 개의 터미널로 나눠서(get pods, get hpa, ab 실행) 한눈에 볼 수 있게</a:t>
            </a:r>
          </a:p>
          <a:p>
            <a:r>
              <a:t>배치해두면, 변화의 순간을 놓치지 않고 관찰할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스케일업 관찰]</a:t>
            </a:r>
          </a:p>
          <a:p/>
          <a:p>
            <a:r>
              <a:t>"부하를 주는 동안 `kubectl get hpa -w` 화면을 지켜보세요. TARGET 항목의 CPU %가 점점 올라가는 걸</a:t>
            </a:r>
          </a:p>
          <a:p>
            <a:r>
              <a:t>볼 수 있을 거예요.</a:t>
            </a:r>
          </a:p>
          <a:p/>
          <a:p>
            <a:r>
              <a:t>목표치(50%)를 넘으면, REPLICAS가 1 → 2 → 3처럼 늘어나는 순간이 옵니다. 이 순간을 놓치지 말고</a:t>
            </a:r>
          </a:p>
          <a:p>
            <a:r>
              <a:t>캡처하세요. 화면 아래 예상 타임라인처럼, 처음 30초 정도는 TARGET %만 오르다가 그 다음부터 REPLICAS가 실제로 늘어나는 식으로 약간의 지연이 있을 수 있습니다 — 조급해하지 않아도 됩니다.</a:t>
            </a:r>
          </a:p>
          <a:p/>
          <a:p>
            <a:r>
              <a:t>동시에 `kubectl get pods -w` 화면에서도 새로운 chatbot Pod가 추가로 생성되는 걸 확인할 수 있습니다.</a:t>
            </a:r>
          </a:p>
          <a:p/>
          <a:p>
            <a:r>
              <a:t>**(감동 포인트 강조)** 이 순간이 이 과목에서 가장 극적인 순간 중 하나입니다. 여러분이 코드 한 줄</a:t>
            </a:r>
          </a:p>
          <a:p>
            <a:r>
              <a:t>건드리지 않았는데, K8s가 스스로 판단해서 서버를 늘리는 걸 직접 보시는 거예요.</a:t>
            </a:r>
          </a:p>
          <a:p/>
          <a:p>
            <a:r>
              <a:t>**(전체 여정 상기)** 1주차에 개념으로만 들었던 '탄력적 확장성'이, 14주차인 오늘 여러분의 화면에서</a:t>
            </a:r>
          </a:p>
          <a:p>
            <a:r>
              <a:t>실제 숫자로 증명되는 순간이기도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제출]</a:t>
            </a:r>
          </a:p>
          <a:p/>
          <a:p>
            <a:r>
              <a:t>"오늘의 결과물은 이렇습니다.</a:t>
            </a:r>
          </a:p>
          <a:p/>
          <a:p>
            <a:r>
              <a:t>`ab` 실행 결과(Requests per second 등 통계)를 캡처하세요. `kubectl get hpa`에서 REPLICAS가 늘어난</a:t>
            </a:r>
          </a:p>
          <a:p>
            <a:r>
              <a:t>순간의 화면(예: 1/1 → 3/5)을 캡처하세요. `kubectl get pods`에서 chatbot Pod가 여러 개로 늘어난</a:t>
            </a:r>
          </a:p>
          <a:p>
            <a:r>
              <a:t>화면도 캡처하세요.</a:t>
            </a:r>
          </a:p>
          <a:p/>
          <a:p>
            <a:r>
              <a:t>**(제출 팁)** 세 가지 캡처를 시간 순서대로(부하 시작 전 → 스케일업 순간 → 완료 후) 나란히</a:t>
            </a:r>
          </a:p>
          <a:p>
            <a:r>
              <a:t>정리해서 제출하면, 변화 과정이 한눈에 보여서 좋습니다."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**ab -n(요청 수) -c(동시성)로 실제 트래픽 폭주 상황을 흉내낼 수 있다.** 부하 테스트의 기본</a:t>
            </a:r>
          </a:p>
          <a:p>
            <a:r>
              <a:t>도구 사용법을 익힌 것이 핵심이었습니다.</a:t>
            </a:r>
          </a:p>
          <a:p>
            <a:r>
              <a:t>둘째, **요청당 연산이 거의 없는 앱은 CPU 사용률이 오르지 않으므로, 응답 로직에 실제 연산을</a:t>
            </a:r>
          </a:p>
          <a:p>
            <a:r>
              <a:t>더해야 스케일업이 관찰된다.** 이 함정을 아는 것이 오늘 실습을 성공으로 이끈 열쇠였습니다."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이번엔 Pod를 강제로 죽여서, 부하가 몰린 상황에서도 자가치유가 정상 작동하는지</a:t>
            </a:r>
          </a:p>
          <a:p>
            <a:r>
              <a:t>확인해보겠습니다. 그리고 지금까지의 전체 여정을 함께 회고하는 시간도 갖겠습니다.</a:t>
            </a:r>
          </a:p>
          <a:p/>
          <a:p>
            <a:r>
              <a:t>오늘 만든 스케일업 상태(늘어난 Pod들)가 다음 시간 실습의 출발점이 되니, 오늘 실습 상태를 그대로</a:t>
            </a:r>
          </a:p>
          <a:p>
            <a:r>
              <a:t>유지해두시면 좋습니다.</a:t>
            </a:r>
          </a:p>
          <a:p/>
          <a:p>
            <a:r>
              <a:t>오늘 수업은 여기까지입니다. 결과 캡처 모두 제출해주시고, HPA와 chatbot Deployment는 지우지 마세요.</a:t>
            </a:r>
          </a:p>
          <a:p>
            <a:r>
              <a:t>궁금한 점은 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"연산을 추가했는데도 CPU가 안 올라요" | resource request가 실제로 적용됐는지(`kubectl describe deployment chatbot`), 추가한 연산이 충분히 무거운지(반복 횟수를 늘려보기), 새 이미지가 실제로 배포됐는지(`kubectl get pods`의 이미지 태그 확인) 순서대로 점검하도록 안내하세요. |</a:t>
            </a:r>
          </a:p>
          <a:p>
            <a:r>
              <a:t>| "ab 실행 중 VM이 너무 느려져요" | 2 vCPU 환경에서는 `-c`(동시성) 값을 100에서 30~50 정도로 낮춰서 실행해보라고 안내하세요. 목표는 극한의 부하가 아니라 '스케일업이 관찰될 정도'의 부하입니다. |</a:t>
            </a:r>
          </a:p>
          <a:p>
            <a:r>
              <a:t>| "REPLICAS가 max(5)까지 다 늘어나야 하나요?" | 아닙니다. 목표치를 넘는 순간 1개 이상 늘어나는 것만 확인되면 충분합니다. 부하 강도에 따라 2개에서 멈출 수도, 5개까지 늘어날 수도 있습니다. |</a:t>
            </a:r>
          </a:p>
          <a:p>
            <a:r>
              <a:t>| "ab 실행이 너무 빨리 끝나요/부하가 부족해요" | -n(총 요청 수)이나 -c(동시성) 값을 늘려보라고 안내하세요. 다만 우리 VM은 자원이 제한적이므로, 너무 큰 값은 VM 자체를 불안정하게 만들 수 있으니 서서히 늘려보는 것을 권장합니다. |</a:t>
            </a:r>
          </a:p>
          <a:p>
            <a:r>
              <a:t>| "여러 번 ab를 실행해도 되나요?" | 네, 스케일업을 못 봤거나 Pod가 다시 줄어든 뒤에도 다시 ab를 실행해서 재관찰할 수 있습니다. 다만 연속으로 여러 번 실행하면 VM 부하가 누적될 수 있으니, 한 번 실행 후 결과를 확인하고 다음 실행을 진행하도록 안내하세요. |</a:t>
            </a:r>
          </a:p>
          <a:p>
            <a:r>
              <a:t>| "ab 대신 다른 부하 테스트 도구는 없나요?" | k6, JMeter, wrk 같은 도구도 널리 쓰입니다. ab는 별도 설치나 설정 없이 리눅스에 기본 포함된 경우가 많아 이 과목의 짧은 실습 시간에 적합해 선택했습니다.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[ab 부하 테스트가 실제로 흘러가는 경로]</a:t>
            </a:r>
          </a:p>
          <a:p/>
          <a:p>
            <a:r>
              <a:t>"방금 배운 ab 명령어가 실제로 어떤 경로를 타고 흘러가는지, 그림으로 보여드릴게요.</a:t>
            </a:r>
          </a:p>
          <a:p/>
          <a:p>
            <a:r>
              <a:t>VM 터미널에서 ab를 실행하면, 지정한 동시성(-c)만큼 연결을 유지하면서 chatbot Service(NodePort)로 요청을 계속 보냅니다. Service는 이 요청들을 뒤에 떠 있는 실제 Pod들로 나눠서 전달합니다 — 지금은 Pod가 1개뿐이지만, 오늘 배운 대로 부하가 걸려 HPA가 판단하면 Pod가 최대 5개까지 늘어나고, Service는 늘어난 Pod에도 자동으로 요청을 나눠주기 시작합니다.</a:t>
            </a:r>
          </a:p>
          <a:p/>
          <a:p>
            <a:r>
              <a:t>(핵심 포인트) 그래서 HPA가 Pod를 늘리는 것 자체가, 개별 Pod가 감당해야 할 부하를 줄여 전체 서비스를 더 안정적으로 만드는 원리라는 걸 오늘 실습에서 직접 확인하게 됩니다."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ApacheBench 부하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실제로 트래픽을 폭주시켜 스케일업을 눈으로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ApacheBench(ab)로 부하 테스트를 실행하는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요청당 연산이 거의 없는 앱은 왜 스케일업이 관찰되지 않는지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실제로 트래픽을 흘려보내 chatbot Pod가 1개에서 여러 개로 늘어나는 것을 관찰한다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 사용법+검증된 함정</a:t>
            </a:r>
          </a:p>
        </p:txBody>
      </p:sp>
      <p:sp>
        <p:nvSpPr>
          <p:cNvPr id="13" name="Oval 12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실습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부하 테스트+스케일업 관찰</a:t>
            </a:r>
          </a:p>
        </p:txBody>
      </p:sp>
      <p:sp>
        <p:nvSpPr>
          <p:cNvPr id="18" name="Oval 17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제출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ApacheBench란?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터미널로 부하를 흉내내는 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PART 1 · ApacheBench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ab 명령어 기본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ab는 VM에 기본 설치되어 있지 않음 →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sudo apt install -y apache2-utils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로 먼저 설치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 -n 10000 -c 100 http://{chatbot-url}/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-n 10000 —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총 몇 번 요청을 보낼지(요청 총량)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-c 100 —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동시에 몇 개의 연결로 요청을 보낼지(동시성)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실행하면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초당 처리 요청 수, 응답 시간 등 통계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가 출력됨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01 · PART 1 · ApacheBench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ab 부하 테스트가 실제로 흘러가는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0000" y="2200000"/>
            <a:ext cx="280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VM 터미널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ab -n 10000 -c 100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00000" y="2500000"/>
            <a:ext cx="600000" cy="300000"/>
          </a:xfrm>
          <a:prstGeom prst="rightArrow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00000" y="2200000"/>
            <a:ext cx="260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chatbot Service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(NodePort)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00000" y="2500000"/>
            <a:ext cx="600000" cy="300000"/>
          </a:xfrm>
          <a:prstGeom prst="rightArrow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00000" y="1800000"/>
            <a:ext cx="1400000" cy="700000"/>
          </a:xfrm>
          <a:prstGeom prst="roundRect">
            <a:avLst/>
          </a:prstGeom>
          <a:solidFill>
            <a:srgbClr val="0B7A7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Pod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0000" y="1800000"/>
            <a:ext cx="1400000" cy="700000"/>
          </a:xfrm>
          <a:prstGeom prst="roundRect">
            <a:avLst/>
          </a:prstGeom>
          <a:solidFill>
            <a:srgbClr val="0B7A7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Pod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0000" y="1800000"/>
            <a:ext cx="1400000" cy="700000"/>
          </a:xfrm>
          <a:prstGeom prst="roundRect">
            <a:avLst/>
          </a:prstGeom>
          <a:solidFill>
            <a:srgbClr val="0B7A7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Pod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325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3E7EE"/>
                </a:solidFill>
                <a:latin typeface="맑은 고딕"/>
              </a:rPr>
              <a:t>동시 연결 100개가
1초에 여러 번 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0000" y="3250000"/>
            <a:ext cx="2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3E7EE"/>
                </a:solidFill>
                <a:latin typeface="맑은 고딕"/>
              </a:rPr>
              <a:t>요청을 여러 Pod로
자동 분산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000" y="32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3E7EE"/>
                </a:solidFill>
                <a:latin typeface="맑은 고딕"/>
              </a:rPr>
              <a:t>HPA가 Pod를 늘리면, Service는 늘어난 Pod에도
자동으로 요청을 나눠줍니다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3900000"/>
            <a:ext cx="11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3E7EE"/>
                </a:solidFill>
                <a:latin typeface="맑은 고딕"/>
              </a:rPr>
              <a:t>ab는 지정한 동시성(-c)만큼 연결을 유지하며 총 요청 수(-n)를 다 채울 때까지 반복 요청을 보냅니다.
이 요청들은 chatbot Service(NodePort)를 거쳐, 그 뒤에 떠 있는 실제 Pod들로 라운드로빈 분산됩니다.
Pod 하나가 감당하던 부하가 여러 Pod로 나눠질수록, 개별 Pod의 CPU 사용률은 오히려 낮게 유지될 수 있습니다 —
그래서 HPA가 Pod를 '늘리는' 것 자체가, 각 Pod의 부담을 줄여 전체 서비스를 안정시키는 원리입니다.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0000" y="26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0B7A70"/>
                </a:solidFill>
                <a:latin typeface="맑은 고딕"/>
              </a:rPr>
              <a:t>+ HPA가 필요하면 Pod를 최대 5개까지 추가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검증된 함정 — CPU가 안 오른다면?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1차시에서 예고했던 그 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부하를 줘도 CPU가 0%에 머무는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챗봇 앱이 요청당 실제 연산이 거의 없으면(단순 문자열 반환 등), ab로 아무리 부하를 줘도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CPU 사용률이 오르지 않음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 vCPU VM에서는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ab 프로세스 자체가 오히려 더 큰 부담이 되기도 함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1차시에 설정한 resource request(낮게)만으로는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부족할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✅  함께 적용해야 하는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resource request를 낮게(완료) ② 챗봇 응답 로직에 약간의 연산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챗봇 응답 로직에 연산 추가하기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~/chatbot 폴더(13주차 2차시 그 폴더)의 app.py 응답 함수 안에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문자열 처리를 반복하는 코드를 몇 줄 추가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(예: 특정 연산을 N회 반복)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이렇게 하면 요청 하나당 실제로 CPU를 사용하는 시간이 생겨, 부하가 몰릴 때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사용률이 눈에 띄게 오름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코드 수정 후 12~13주차에 배운 파이프라인으로 다시 배포(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git push만 하면 자동 반영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실습 — 부하 테스트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~/chatbot 폴더에서 app.py에 연산 추가 → git push → 파이프라인 자동 배포로 새 버전 반영 확인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파이프라인 자동 배포로 새 버전 반영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확인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다른 터미널 창에 kubectl get pods -w 와 kubectl get hpa -w 를 각각 띄워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실시간 관찰 준비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 -n 10000 -c 100 $(minikube service chatbot --url)/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실습 — 스케일업 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hpa -w 화면에서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TARGET(CPU %)이 올라가는 것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을 관찰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목표치(50%)를 넘으면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REPLICAS가 1 → 2 → 3처럼 늘어나는 순간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을 포착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-w 화면에서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새 chatbot Pod가 추가로 생성되는 것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7A70"/>
                </a:solidFill>
                <a:latin typeface="맑은 고딕"/>
              </a:rPr>
              <a:t>예상되는 스케일업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50000"/>
            <a:ext cx="2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7A70"/>
                </a:solidFill>
                <a:latin typeface="맑은 고딕"/>
              </a:rPr>
              <a:t>T+0초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0000"/>
            <a:ext cx="235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REPLICAS 1/5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TARGET 10%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40080" y="4500000"/>
            <a:ext cx="250000" cy="300000"/>
          </a:xfrm>
          <a:prstGeom prst="rightArrow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0080" y="3850000"/>
            <a:ext cx="2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7A70"/>
                </a:solidFill>
                <a:latin typeface="맑은 고딕"/>
              </a:rPr>
              <a:t>T+30초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0080" y="4200000"/>
            <a:ext cx="235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REPLICAS 1/5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TARGET 65%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40080" y="4500000"/>
            <a:ext cx="250000" cy="300000"/>
          </a:xfrm>
          <a:prstGeom prst="rightArrow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0080" y="3850000"/>
            <a:ext cx="2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7A70"/>
                </a:solidFill>
                <a:latin typeface="맑은 고딕"/>
              </a:rPr>
              <a:t>T+60초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0080" y="4200000"/>
            <a:ext cx="235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REPLICAS 2/5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TARGET 40%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40080" y="4500000"/>
            <a:ext cx="250000" cy="300000"/>
          </a:xfrm>
          <a:prstGeom prst="rightArrow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0080" y="3850000"/>
            <a:ext cx="2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7A70"/>
                </a:solidFill>
                <a:latin typeface="맑은 고딕"/>
              </a:rPr>
              <a:t>T+90초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40080" y="4200000"/>
            <a:ext cx="2350000" cy="900000"/>
          </a:xfrm>
          <a:prstGeom prst="roundRect">
            <a:avLst/>
          </a:prstGeom>
          <a:solidFill>
            <a:srgbClr val="1E2530"/>
          </a:solidFill>
          <a:ln w="19050">
            <a:solidFill>
              <a:srgbClr val="0B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REPLICAS 3/5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TARGET 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22733"/>
                </a:solidFill>
                <a:latin typeface="맑은 고딕"/>
              </a:rPr>
              <a:t>실제 수치는 VM 성능·네트워크 상황에 따라 달라질 수 있습니다 — 중요한 건 REPLICAS가 1보다 커지는 순간을 직접 관찰하는 것입니다.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ab 실행 결과(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Requests per second 등 통계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) 캡처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hpa 에서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REPLICAS가 늘어난 순간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의 화면 캡처(예: 1/1 → 3/5)</a:t>
            </a:r>
          </a:p>
          <a:p>
            <a:pPr>
              <a:lnSpc>
                <a:spcPct val="149500"/>
              </a:lnSpc>
            </a:pP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 에서 chatbot Pod가 </a:t>
            </a:r>
            <a:r>
              <a:rPr sz="18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여러 개로 늘어난 화면</a:t>
            </a:r>
            <a:r>
              <a:rPr sz="18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ab -n(요청 수) -c(동시성)로 실제 트래픽 폭주 상황을 흉내낼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요청당 연산이 거의 없는 앱은 CPU 사용률이 오르지 않으므로, 응답 로직에 실제 연산을 더해야 스케일업이 관찰된다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7A70"/>
                </a:solidFill>
                <a:latin typeface="맑은 고딕"/>
                <a:ea typeface="맑은 고딕"/>
                <a:cs typeface="맑은 고딕"/>
              </a:rPr>
              <a:t>다음 차시 예고 — 14주차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이번엔 Pod를 강제로 죽여서 자가치유가 부하 상황에서도 정상 작동하는지 확인하고, 지금까지의 전체 여정을 함께 회고합니다.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