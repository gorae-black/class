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[표지]</a:t>
            </a:r>
          </a:p>
          <a:p/>
          <a:p>
            <a:r>
              <a:t>"14주차 1차시를 시작하겠습니다.</a:t>
            </a:r>
          </a:p>
          <a:p/>
          <a:p>
            <a:r>
              <a:t>지난 13주차에 챗봇 파이프라인을 완성했는데요, 오늘부터는 그 챗봇에 사용자가 갑자기 몰리면 어떻게</a:t>
            </a:r>
          </a:p>
          <a:p>
            <a:r>
              <a:t>될지, 그리고 K8s가 그 상황에 어떻게 스스로 대응하는지를 배웁니다."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학습 목표]</a:t>
            </a:r>
          </a:p>
          <a:p/>
          <a:p>
            <a:r>
              <a:t>"오늘 수업이 끝나면 여러분은 세 가지를 할 수 있게 됩니다.</a:t>
            </a:r>
          </a:p>
          <a:p/>
          <a:p>
            <a:r>
              <a:t>첫째, HPA(오토스케일링)가 무엇이고 언제 필요한지 이해하고,</a:t>
            </a:r>
          </a:p>
          <a:p>
            <a:r>
              <a:t>둘째, HPA가 동작하려면 metrics-server와 resource request가 필요한 이유를 이해하고,</a:t>
            </a:r>
          </a:p>
          <a:p>
            <a:r>
              <a:t>셋째 — 오늘 직접 해볼 건데 — chatbot Deployment에 HPA를 설정하고 준비 상태를 확인합니다."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진행 순서 (50분, Killercoda 없음)]</a:t>
            </a:r>
          </a:p>
          <a:p/>
          <a:p>
            <a:r>
              <a:t>"오늘도 개념 설명 25분, VM 실습 20분, 결과 정리 5분으로 진행합니다."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1 섹션 표지 — 왜 Pod 개수를 자동으로 늘려야 할까]</a:t>
            </a:r>
          </a:p>
          <a:p/>
          <a:p>
            <a:r>
              <a:t>"먼저 왜 이 기능이 필요한지부터 생각해보겠습니다."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[트래픽은 항상 일정하지 않다]</a:t>
            </a:r>
          </a:p>
          <a:p/>
          <a:p>
            <a:r>
              <a:t>"1주차에서 클라우드의 5대 특징을 배웠던 거 기억하시나요? 그중 하나가 '신속한 확장성'이었습니다.</a:t>
            </a:r>
          </a:p>
          <a:p/>
          <a:p>
            <a:r>
              <a:t>**(시나리오 제시)** 자, 13주차에 만든 챗봇이 갑자기 인기를 끌었다고 상상해보세요. 지금 Pod가</a:t>
            </a:r>
          </a:p>
          <a:p>
            <a:r>
              <a:t>1개뿐이라면, 사용자가 몰릴 때 응답이 느려지거나 심하면 다운될 수 있습니다.</a:t>
            </a:r>
          </a:p>
          <a:p/>
          <a:p>
            <a:r>
              <a:t>**(반대 시나리오)** 그렇다고 처음부터 Pod를 5개씩 띄워두면 어떨까요? 평소 트래픽이 적을 땐 자원을</a:t>
            </a:r>
          </a:p>
          <a:p>
            <a:r>
              <a:t>낭비하는 셈이 됩니다.</a:t>
            </a:r>
          </a:p>
          <a:p/>
          <a:p>
            <a:r>
              <a:t>**(해결책 제시)** 이 딜레마를 해결하는 게 **HPA**, Horizontal Pod Autoscaler입니다. CPU 사용률</a:t>
            </a:r>
          </a:p>
          <a:p>
            <a:r>
              <a:t>같은 지표를 보고, 필요할 때만 자동으로 Pod 개수를 늘리거나 줄이는 K8s 기능이에요."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2 섹션 표지 — HPA가 동작하는 원리]</a:t>
            </a:r>
          </a:p>
          <a:p/>
          <a:p>
            <a:r>
              <a:t>"이제 HPA가 실제로 어떻게 판단하는지 살펴보겠습니다."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[HPA의 판단 과정]</a:t>
            </a:r>
          </a:p>
          <a:p/>
          <a:p>
            <a:r>
              <a:t>"HPA의 동작은 세 단계로 이뤄집니다.</a:t>
            </a:r>
          </a:p>
          <a:p/>
          <a:p>
            <a:r>
              <a:t>먼저 **metrics-server**가 각 Pod의 실제 CPU 사용률을 주기적으로 수집합니다. 그다음 **HPA**가</a:t>
            </a:r>
          </a:p>
          <a:p>
            <a:r>
              <a:t>'설정한 목표치'(예: 50%)와 '실제 사용률'을 비교합니다. 목표치를 넘으면 replicas를 늘리고</a:t>
            </a:r>
          </a:p>
          <a:p>
            <a:r>
              <a:t>(**Scale-out**), 사용률이 줄어들면 다시 Pod 개수를 줄입니다(**Scale-in**).</a:t>
            </a:r>
          </a:p>
          <a:p/>
          <a:p>
            <a:r>
              <a:t>**(4주차 연결)** 4주차에서 배운 선언적 관리, 기억하시나요? HPA도 똑같은 원리예요 — '목표'와</a:t>
            </a:r>
          </a:p>
          <a:p>
            <a:r>
              <a:t>'현재 상태'를 계속 비교해서 스스로 맞춰나가는 겁니다. 다만 이번엔 그 목표가 '고정된 replicas 수'가</a:t>
            </a:r>
          </a:p>
          <a:p>
            <a:r>
              <a:t>아니라 'CPU 사용률'이라는 게 다릅니다."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[사전 준비 ① — metrics-server]</a:t>
            </a:r>
          </a:p>
          <a:p/>
          <a:p>
            <a:r>
              <a:t>"HPA를 쓰려면 준비물이 두 가지 필요합니다. 첫 번째는 **metrics-server**입니다.</a:t>
            </a:r>
          </a:p>
          <a:p/>
          <a:p>
            <a:r>
              <a:t>HPA는 CPU 사용률을 알아야 판단할 수 있는데, 기본 minikube에는 이 수집 기능이 꺼져있습니다.</a:t>
            </a:r>
          </a:p>
          <a:p>
            <a:r>
              <a:t>`minikube addons enable metrics-server`로 활성화해야 해요.</a:t>
            </a:r>
          </a:p>
          <a:p/>
          <a:p>
            <a:r>
              <a:t>활성화가 잘 됐는지는 `kubectl top pods` 명령으로 확인할 수 있습니다. 실제 Pod별 CPU 사용률</a:t>
            </a:r>
          </a:p>
          <a:p>
            <a:r>
              <a:t>숫자가 보이면 준비가 끝난 겁니다."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[사전 준비 ② — resource request]</a:t>
            </a:r>
          </a:p>
          <a:p/>
          <a:p>
            <a:r>
              <a:t>"두 번째 준비물은 **resource request**입니다.</a:t>
            </a:r>
          </a:p>
          <a:p/>
          <a:p>
            <a:r>
              <a:t>**(핵심 개념)** HPA는 '실제 사용률'을 '요청한 양(request) 대비 %'로 계산합니다. 6주차에 PV/PVC를</a:t>
            </a:r>
          </a:p>
          <a:p>
            <a:r>
              <a:t>배울 때도 request라는 말을 썼었는데, 여기서는 '컨테이너가 최소한 보장받는 자원의 양'을 의미합니다.</a:t>
            </a:r>
          </a:p>
          <a:p/>
          <a:p>
            <a:r>
              <a:t>설정 명령어는 이렇습니다.</a:t>
            </a:r>
          </a:p>
          <a:p>
            <a:r>
              <a:t>```</a:t>
            </a:r>
          </a:p>
          <a:p>
            <a:r>
              <a:t>kubectl set resources deployment chatbot -c=web --requests=cpu=50m,memory=64Mi</a:t>
            </a:r>
          </a:p>
          <a:p>
            <a:r>
              <a:t>```</a:t>
            </a:r>
          </a:p>
          <a:p/>
          <a:p>
            <a:r>
              <a:t>**(검증된 주의사항 강조)** 여기서 정말 중요한 포인트가 있습니다 — request를 너무 높게 잡으면,</a:t>
            </a:r>
          </a:p>
          <a:p>
            <a:r>
              <a:t>실제 사용률이 그 대비 %로 계산되기 때문에 목표치(50%)를 넘기기 어려워져서 스케일업이 관찰되지</a:t>
            </a:r>
          </a:p>
          <a:p>
            <a:r>
              <a:t>않습니다. 그래서 오늘은 일부러 `cpu=50m`처럼 **낮게** 설정합니다."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[HPA 생성 명령어]</a:t>
            </a:r>
          </a:p>
          <a:p/>
          <a:p>
            <a:r>
              <a:t>"이제 실제로 HPA를 만드는 명령어입니다.</a:t>
            </a:r>
          </a:p>
          <a:p/>
          <a:p>
            <a:r>
              <a:t>```</a:t>
            </a:r>
          </a:p>
          <a:p>
            <a:r>
              <a:t>kubectl autoscale deployment chatbot --cpu-percent=50 --min=1 --max=5</a:t>
            </a:r>
          </a:p>
          <a:p>
            <a:r>
              <a:t>```</a:t>
            </a:r>
          </a:p>
          <a:p/>
          <a:p>
            <a:r>
              <a:t>CPU 사용률이 50%를 넘으면 Pod를 늘리고, 최소 1개에서 최대 5개 사이에서 조정하겠다는 뜻입니다.</a:t>
            </a:r>
          </a:p>
          <a:p/>
          <a:p>
            <a:r>
              <a:t>`kubectl get hpa`를 실행하면 TARGET(현재/목표 %)과 REPLICAS(현재 Pod 수)를 실시간으로 확인할 수</a:t>
            </a:r>
          </a:p>
          <a:p>
            <a:r>
              <a:t>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[VM 실습 — metrics-server + HPA 설정]</a:t>
            </a:r>
          </a:p>
          <a:p/>
          <a:p>
            <a:r>
              <a:t>"자, 직접 해보겠습니다.</a:t>
            </a:r>
          </a:p>
          <a:p/>
          <a:p>
            <a:r>
              <a:t>`minikube addons enable metrics-server`를 실행한 뒤 `kubectl top pods`로 수집이 되는지</a:t>
            </a:r>
          </a:p>
          <a:p>
            <a:r>
              <a:t>확인하세요.</a:t>
            </a:r>
          </a:p>
          <a:p/>
          <a:p>
            <a:r>
              <a:t>`kubectl set resources`로 chatbot의 resource request를 낮게 설정하세요.</a:t>
            </a:r>
          </a:p>
          <a:p/>
          <a:p>
            <a:r>
              <a:t>`kubectl autoscale deployment chatbot --cpu-percent=50 --min=1 --max=5`를 실행하고, `kubectl get</a:t>
            </a:r>
          </a:p>
          <a:p>
            <a:r>
              <a:t>hpa`로 HPA가 생성되고 TARGET 값이 보이는지 확인하세요."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[결과 정리 및 제출]</a:t>
            </a:r>
          </a:p>
          <a:p/>
          <a:p>
            <a:r>
              <a:t>"오늘의 결과물은 이렇습니다.</a:t>
            </a:r>
          </a:p>
          <a:p/>
          <a:p>
            <a:r>
              <a:t>`kubectl top pods` 결과(CPU 사용률이 실제로 보이는 화면)를 캡처하고, `kubectl get hpa` 결과</a:t>
            </a:r>
          </a:p>
          <a:p>
            <a:r>
              <a:t>(REPLICAS: 1/1 등 초기 상태)를 캡처하세요.</a:t>
            </a:r>
          </a:p>
          <a:p/>
          <a:p>
            <a:r>
              <a:t>**(다음 차시 예고 겸 주의사항)** 다음 2차시에 이 HPA를 실제로 트리거하는 부하 테스트를 진행하니,</a:t>
            </a:r>
          </a:p>
          <a:p>
            <a:r>
              <a:t>오늘 설정한 HPA와 chatbot Deployment를 지우지 마세요."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정리]</a:t>
            </a:r>
          </a:p>
          <a:p/>
          <a:p>
            <a:r>
              <a:t>"오늘 배운 내용, 두 가지로 정리하겠습니다.</a:t>
            </a:r>
          </a:p>
          <a:p/>
          <a:p>
            <a:r>
              <a:t>첫째, **HPA는 CPU 사용률 같은 지표를 보고 Pod 개수를 자동으로 늘리거나 줄이는 K8s 기능이다.**</a:t>
            </a:r>
          </a:p>
          <a:p>
            <a:r>
              <a:t>둘째, **HPA가 동작하려면 metrics-server(지표 수집)와 낮은 resource request(임계값 계산 기준)가</a:t>
            </a:r>
          </a:p>
          <a:p>
            <a:r>
              <a:t>함께 필요하다.**"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[다음 차시 예고]</a:t>
            </a:r>
          </a:p>
          <a:p/>
          <a:p>
            <a:r>
              <a:t>"다음 2차시에서는 ApacheBench로 실제 트래픽 폭주 상황을 만들어서, 오늘 설정한 HPA가 정말로 Pod를</a:t>
            </a:r>
          </a:p>
          <a:p>
            <a:r>
              <a:t>늘리는지 직접 확인해보겠습니다.</a:t>
            </a:r>
          </a:p>
          <a:p/>
          <a:p>
            <a:r>
              <a:t>오늘 수업은 여기까지입니다. 결과 캡처 모두 제출해주시고, 궁금한 점은 LMS Q&amp;A 게시판에</a:t>
            </a:r>
          </a:p>
          <a:p>
            <a:r>
              <a:t>남겨주세요. 수고하셨습니다!"</a:t>
            </a:r>
          </a:p>
          <a:p/>
          <a:p>
            <a:r>
              <a:t>---</a:t>
            </a:r>
          </a:p>
          <a:p/>
          <a:p>
            <a:r>
              <a:t>## 강의자 참고 — 예상 질문 &amp; 답변</a:t>
            </a:r>
          </a:p>
          <a:p/>
          <a:p>
            <a:r>
              <a:t>| 예상 질문 | 답변 가이드 |</a:t>
            </a:r>
          </a:p>
          <a:p>
            <a:r>
              <a:t>|---|---|</a:t>
            </a:r>
          </a:p>
          <a:p>
            <a:r>
              <a:t>| "kubectl top pods에 값이 안 보여요" | metrics-server가 완전히 준비되기까지 1분 정도 걸릴 수 있습니다. 잠시 기다린 후 다시 시도하도록 안내하세요. 그래도 안 되면 `kubectl get pods -n kube-system`으로 metrics-server Pod가 Running인지 확인합니다. |</a:t>
            </a:r>
          </a:p>
          <a:p>
            <a:r>
              <a:t>| "request를 낮게 잡으면 실제로 서비스에 문제가 없나요?" | request는 '최소 보장량'일 뿐, Pod가 그 이상 자원을 쓸 수 없다는 뜻은 아닙니다(별도로 limit을 설정하지 않는 한). 오늘 실습에서는 HPA 동작을 쉽게 관찰하기 위한 실습용 설정이라는 점을 안내하세요. |</a:t>
            </a:r>
          </a:p>
          <a:p>
            <a:r>
              <a:t>| "min=1, max=5는 무슨 기준으로 정하나요?" | 실무에서는 예상 트래픽과 서버 자원 한계를 고려해 정합니다. 이 과목에서는 우리 VM의 자원 제약(2 vCPU)을 고려해 5개를 상한으로 잡았습니다.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14주차 1차시 [VM 전용]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HPA 개념과 오토스케일링 설정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트래픽에 따라 Pod 개수가 스스로 늘어난다면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영남이공대학교 김지윤교수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1.  HPA(오토스케일링)가 무엇이고 언제 필요한지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2.  HPA가 동작하려면 metrics-server와 resource request가 필요한 이유를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3.  chatbot Deployment에 HPA를 설정하고 준비 상태를 확인한다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1차시 [VM 전용]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 (Killercoda 없음)</a:t>
            </a:r>
          </a:p>
        </p:txBody>
      </p:sp>
      <p:sp>
        <p:nvSpPr>
          <p:cNvPr id="6" name="Rectangle 5"/>
          <p:cNvSpPr/>
          <p:nvPr/>
        </p:nvSpPr>
        <p:spPr>
          <a:xfrm>
            <a:off x="3163824" y="1730959"/>
            <a:ext cx="2665475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4423409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9651" y="1730959"/>
            <a:ext cx="2665476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7619238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33472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33472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78507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43100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3100" y="3081528"/>
            <a:ext cx="19110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HPA 원리+사전 준비</a:t>
            </a:r>
          </a:p>
        </p:txBody>
      </p:sp>
      <p:sp>
        <p:nvSpPr>
          <p:cNvPr id="15" name="Oval 14"/>
          <p:cNvSpPr/>
          <p:nvPr/>
        </p:nvSpPr>
        <p:spPr>
          <a:xfrm>
            <a:off x="582929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2929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74336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8927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실습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7" y="3081528"/>
            <a:ext cx="19110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metrics-server+HPA 설정</a:t>
            </a:r>
          </a:p>
        </p:txBody>
      </p:sp>
      <p:sp>
        <p:nvSpPr>
          <p:cNvPr id="20" name="Oval 19"/>
          <p:cNvSpPr/>
          <p:nvPr/>
        </p:nvSpPr>
        <p:spPr>
          <a:xfrm>
            <a:off x="9025128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25128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70163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4755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정리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4755" y="3081528"/>
            <a:ext cx="19110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제출 안내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1차시 [VM 전용]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왜 Pod 개수를 자동으로 늘려야 할까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13주차 챗봇이 갑자기 인기를 끈다면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오토스케일링이 필요한 이유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트래픽은 항상 일정하지 않다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1주차에서 배운 대로, 클라우드의 핵심 특징 중 하나가 '신속한 확장성'이었음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13주차에 만든 챗봇 Pod가 1개뿐이라면, 갑자기 사용자가 몰릴 때 응답이 느려지거나 다운될 수 있음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그렇다고 항상 Pod를 5개씩 띄워두면 평소엔 자원 낭비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💡  HPA(Horizontal Pod Autoscaler)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CPU 사용률 같은 지표를 보고, 필요할 때만 자동으로 Pod 개수를 늘리거나 줄이는 K8s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1차시 [VM 전용]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HPA가 동작하는 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지표 수집 → 판단 → 확장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HPA 동작 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HPA의 판단 과정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metrics-server가 각 Pod의 실제 CPU 사용률을 주기적으로 수집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HPA가 '설정한 목표치(예: 50%)'와 '실제 사용률'을 비교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목표치를 넘으면 replicas를 늘리고(Scale-out), 줄어들면 다시 줄임(Scale-in)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HPA 판단 흐름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metrics-server(수집)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HPA(목표치 비교·판단)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Deployment replicas 자동 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1차시 [VM 전용]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HPA 동작 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사전 준비 ① — metrics-server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HPA는 CPU 사용률을 알아야 판단할 수 있는데, 기본 minikube에는 이 수집 기능이 꺼져있음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minikube addons enable metrics-server 로 활성화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kubectl top pods 명령으로 실제 Pod별 CPU 사용률이 보이면 준비 완료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1차시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HPA 동작 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사전 준비 ② — resource 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HPA는 '실제 사용률'을 '요청한 양(request) 대비 %'로 계산함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6주차에 다룬 개념과 달리, 여기서 request는 '컨테이너가 최소한 보장받는 자원'을 의미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kubectl set resources deployment chatbot -c=web --requests=cpu=50m,memory=64Mi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⚠  검증된 주의사항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request를 너무 높게 잡으면, 실제 사용률이 목표치를 넘기 어려워 스케일업이 관찰되지 않습니다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1차시 [VM 전용]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HPA 동작 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HPA 생성 명령어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kubectl autoscale deployment chatbot --cpu-percent=50 --min=1 --max=5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→ CPU 사용률이 50%를 넘으면 Pod를 늘리고, 최소 1개~최대 5개 사이에서 조정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kubectl get hpa 로 TARGET(현재/목표 %)과 REPLICAS(현재 Pod 수) 실시간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1차시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실습 — metrics-server + HPA 설정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minikube addons enable metrics-server 후 kubectl top pods로 수집 확인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kubectl set resources 로 chatbot의 resource request를 낮게 설정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kubectl autoscale deployment chatbot --cpu-percent=50 --min=1 --max=5 실행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kubectl get hpa 로 HPA가 생성되고 TARGET 값이 보이는지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1차시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결과 정리 및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kubectl top pods 결과 캡처(CPU 사용률이 실제로 보이는 화면)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kubectl get hpa 결과 캡처(REPLICAS: 1/1 등 초기 상태)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다음 2차시에 이 HPA를 실제로 트리거하는 부하 테스트를 진행하니 오늘 설정을 지우지 말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14주차 1차시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12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HPA는 CPU 사용률 같은 지표를 보고 Pod 개수를 자동으로 늘리거나 줄이는 K8s 기능이다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HPA가 동작하려면 metrics-server(지표 수집)와 낮은 resource request(임계값 계산 기준)가 함께 필요하다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14주차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ApacheBench로 실제 트래픽 폭주 상황을 만들어, 오늘 설정한 HPA가 정말로 Pod를 늘리는지 직접 확인합니다.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