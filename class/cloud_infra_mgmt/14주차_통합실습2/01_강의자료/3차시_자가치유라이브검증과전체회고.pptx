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"14주차 마지막 시간, 3차시를 시작하겠습니다.</a:t>
            </a:r>
          </a:p>
          <a:p/>
          <a:p>
            <a:r>
              <a:t>지난 시간에 부하를 걸어서 HPA가 Pod를 늘리는 걸 직접 확인했는데요, 오늘은 그 상태에서 한 가지를 더</a:t>
            </a:r>
          </a:p>
          <a:p>
            <a:r>
              <a:t>해보겠습니다 — Pod를 일부러 죽여서, 부하가 걸린 상황에서도 K8s가 스스로 복구하는지 확인해볼</a:t>
            </a:r>
          </a:p>
          <a:p>
            <a:r>
              <a:t>겁니다. 그리고 수업 마지막에는 0주차부터 지금까지의 여정을 함께 되돌아보겠습니다."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부하가 걸린 상태에서 Pod를 강제로 삭제해 자가치유를 라이브로 검증하고,</a:t>
            </a:r>
          </a:p>
          <a:p>
            <a:r>
              <a:t>둘째, HPA(확장)와 자가치유(복구)가 함께 동작해 고가용성을 이루는 원리를 정리하고,</a:t>
            </a:r>
          </a:p>
          <a:p>
            <a:r>
              <a:t>셋째, 0~14주차 전체 여정을 되짚어보며 배운 것을 회고합니다."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(50분, Killercoda 없음)]</a:t>
            </a:r>
          </a:p>
          <a:p/>
          <a:p>
            <a:r>
              <a:t>"오늘은 개념 설명 15분, VM 실습 25분, 그리고 마지막에 전체 회고를 10분 갖겠습니다."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Scale-out과 자가치유, 함께 보면]</a:t>
            </a:r>
          </a:p>
          <a:p/>
          <a:p>
            <a:r>
              <a:t>"먼저 오늘 확인할 두 가지 능력의 관계를 정리해보겠습니다."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[두 가지 능력이 합쳐지면]</a:t>
            </a:r>
          </a:p>
          <a:p/>
          <a:p>
            <a:r>
              <a:t>"우리가 배운 두 가지 능력을 나란히 놓고 볼게요.</a:t>
            </a:r>
          </a:p>
          <a:p/>
          <a:p>
            <a:r>
              <a:t>**Scale-out**(HPA) — 트래픽이 몰리면 Pod 수를 늘려 부하를 분산합니다. 지난 2차시에 확인했죠.</a:t>
            </a:r>
          </a:p>
          <a:p>
            <a:r>
              <a:t>**자가치유**(Self-Healing) — Pod가 죽으면 즉시 새로 만들어 개수를 유지합니다. 7주차에 배웠습니다.</a:t>
            </a:r>
          </a:p>
          <a:p/>
          <a:p>
            <a:r>
              <a:t>**(핵심 메시지)** 이 둘이 함께 있으면, '트래픽 폭주'라는 위기와 '장애'라는 위기, 두 가지 모두에서</a:t>
            </a:r>
          </a:p>
          <a:p>
            <a:r>
              <a:t>서비스가 **스스로** 살아남습니다. 사람이 밤새 지키고 있지 않아도요."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 검증할 시나리오]</a:t>
            </a:r>
          </a:p>
          <a:p/>
          <a:p>
            <a:r>
              <a:t>"오늘 우리가 확인할 시나리오는 이렇습니다.</a:t>
            </a:r>
          </a:p>
          <a:p/>
          <a:p>
            <a:r>
              <a:t>부하가 걸려서 Pod가 여러 개로 늘어난 상태에서, 그중 하나를 강제로 `kubectl delete pod`로</a:t>
            </a:r>
          </a:p>
          <a:p>
            <a:r>
              <a:t>삭제합니다. Deployment가 즉시 그 자리를 새 Pod로 채우는지 확인하는데, 이건 7주차에 배운 원리</a:t>
            </a:r>
          </a:p>
          <a:p>
            <a:r>
              <a:t>그대로입니다.</a:t>
            </a:r>
          </a:p>
          <a:p/>
          <a:p>
            <a:r>
              <a:t>**(관찰 포인트 추가)** 그리고 이 과정 동안 서비스(`curl` 응답)가 완전히 끊기지 않는지도 함께</a:t>
            </a:r>
          </a:p>
          <a:p>
            <a:r>
              <a:t>관찰할 겁니다. Pod 하나가 죽어도 나머지 Pod들이 요청을 처리하고 있으니, 서비스는 계속 살아있어야</a:t>
            </a:r>
          </a:p>
          <a:p>
            <a:r>
              <a:t>정상입니다.</a:t>
            </a:r>
          </a:p>
          <a:p/>
          <a:p>
            <a:r>
              <a:t>**(7주차 연결)** 7주차에 배운 자가치유가, 오늘은 '부하가 걸린 실전 상황'에서도 그대로 작동하는지</a:t>
            </a:r>
          </a:p>
          <a:p>
            <a:r>
              <a:t>검증하는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실습 안내]</a:t>
            </a:r>
          </a:p>
          <a:p/>
          <a:p>
            <a:r>
              <a:t>"자, 이제 실습으로 넘어가겠습니다."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자가치유 라이브 검증]</a:t>
            </a:r>
          </a:p>
          <a:p/>
          <a:p>
            <a:r>
              <a:t>"`ab`로 다시 한번 부하를 걸어서 Pod가 여러 개인 상태를 만드세요(2차시 방법 참고).</a:t>
            </a:r>
          </a:p>
          <a:p/>
          <a:p>
            <a:r>
              <a:t>`kubectl get pods`로 현재 떠 있는 chatbot Pod 이름 중 하나를 확인하고, `kubectl delete pod</a:t>
            </a:r>
          </a:p>
          <a:p>
            <a:r>
              <a:t>{파드이름}`으로 강제 삭제하세요.</a:t>
            </a:r>
          </a:p>
          <a:p/>
          <a:p>
            <a:r>
              <a:t>`kubectl get pods -w`로 삭제된 Pod 대신 새 Pod가 즉시 생성되는 과정을 관찰하세요."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[결과 정리 및 14주차 종합 제출]</a:t>
            </a:r>
          </a:p>
          <a:p/>
          <a:p>
            <a:r>
              <a:t>"오늘의 결과물은 이렇습니다.</a:t>
            </a:r>
          </a:p>
          <a:p/>
          <a:p>
            <a:r>
              <a:t>Pod 삭제 직후 `kubectl get pods -w` 화면(Terminating에서 새 Pod가 생성되는 과정)을 캡처하세요.</a:t>
            </a:r>
          </a:p>
          <a:p>
            <a:r>
              <a:t>삭제하는 도중에 `curl $(minikube service chatbot --url)`을 실행한 결과도 캡처해서, 서비스가</a:t>
            </a:r>
          </a:p>
          <a:p>
            <a:r>
              <a:t>끊기지 않았음을 확인하세요.</a:t>
            </a:r>
          </a:p>
          <a:p/>
          <a:p>
            <a:r>
              <a:t>**(주차 마무리 안내)** 오늘이 14주차 마지막 시간이니, 1차시(HPA 설정)·2차시(부하테스트)·3차시(오늘,</a:t>
            </a:r>
          </a:p>
          <a:p>
            <a:r>
              <a:t>자가치유) 실습을 종합해서 LMS 과제 게시판에 제출해주세요.</a:t>
            </a:r>
          </a:p>
          <a:p/>
          <a:p>
            <a:r>
              <a:t>**(실습 시간 안내)** 지금부터 25분 정도 실습 시간을 드리겠습니다. 편하게 진행하시고, 막히면</a:t>
            </a:r>
          </a:p>
          <a:p>
            <a:r>
              <a:t>질문해주세요."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3 섹션 표지 — 전체 회고]</a:t>
            </a:r>
          </a:p>
          <a:p/>
          <a:p>
            <a:r>
              <a:t>"실습은 여기까지입니다. 이제 자리에 앉아서, 우리가 지나온 길을 함께 되돌아보겠습니다."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[우리가 지나온 5단계]</a:t>
            </a:r>
          </a:p>
          <a:p/>
          <a:p>
            <a:r>
              <a:t>"화면의 표를 보시면, 우리가 이번 학기 지나온 다섯 단계가 정리되어 있습니다.</a:t>
            </a:r>
          </a:p>
          <a:p/>
          <a:p>
            <a:r>
              <a:t>**0단계(0주차)** — VM 환경 구성. 실습의 출발점이었죠.</a:t>
            </a:r>
          </a:p>
          <a:p>
            <a:r>
              <a:t>**1단계(1~3주)** — Docker. 컨테이너로 앱을 포장하는 법을 배웠습니다.</a:t>
            </a:r>
          </a:p>
          <a:p>
            <a:r>
              <a:t>**2단계(4~7주)** — Kubernetes. 컨테이너를 자동으로 운영하는 법을 배웠습니다.</a:t>
            </a:r>
          </a:p>
          <a:p>
            <a:r>
              <a:t>**3단계(9~10주)** — Terraform. 인프라를 코드로 관리하는 법을 배웠습니다.</a:t>
            </a:r>
          </a:p>
          <a:p>
            <a:r>
              <a:t>**4단계(11~12주)** — Jenkins. 빌드·배포를 자동화하는 법을 배웠습니다.</a:t>
            </a:r>
          </a:p>
          <a:p>
            <a:r>
              <a:t>**5단계(13~14주)** — 이 모든 걸 하나의 파이프라인으로 통합했습니다.</a:t>
            </a:r>
          </a:p>
          <a:p/>
          <a:p>
            <a:r>
              <a:t>**(회고 유도)** 잠깐 시간을 드릴게요. 이 중에서 가장 어려웠던 주차, 혹은 가장 기억에 남는 순간이</a:t>
            </a:r>
          </a:p>
          <a:p>
            <a:r>
              <a:t>있다면 자유롭게 이야기해볼까요?</a:t>
            </a:r>
          </a:p>
          <a:p/>
          <a:p>
            <a:r>
              <a:t>**(교수자 의견 공유)** 저는 개인적으로 13주차의 docker exec 연결 방식이나, 오늘 본 HPA 스케일업</a:t>
            </a:r>
          </a:p>
          <a:p>
            <a:r>
              <a:t>순간이 이 과목에서 가장 '와닿는' 순간이라고 생각합니다. 여러분은 어떠셨나요?"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**HPA(확장)와 자가치유(복구)가 함께 동작해, 트래픽 폭주와 장애 모두에서 서비스가 스스로</a:t>
            </a:r>
          </a:p>
          <a:p>
            <a:r>
              <a:t>살아남는 고가용성을 이룬다.**</a:t>
            </a:r>
          </a:p>
          <a:p>
            <a:r>
              <a:t>둘째, **0주차부터 14주차까지, 우리는 하나의 서비스를 만들고, 운영하고, 자동화하고, 견고하게</a:t>
            </a:r>
          </a:p>
          <a:p>
            <a:r>
              <a:t>만드는 전 과정을 직접 경험했다.**"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"다음 15주차는 기말고사입니다. 1차시에 9~12주차(Terraform·Jenkins)를 복습하고, 2차시에 13~14주차</a:t>
            </a:r>
          </a:p>
          <a:p>
            <a:r>
              <a:t>통합실습을 최종 점검한 뒤, 3차시에 전체 파이프라인 아키텍처를 설계·분석하는 기말고사를 치릅니다.</a:t>
            </a:r>
          </a:p>
          <a:p/>
          <a:p>
            <a:r>
              <a:t>오늘 수업은 여기까지입니다. 결과 캡처 모두 제출해주시고, 궁금한 점은 LMS Q&amp;A 게시판에</a:t>
            </a:r>
          </a:p>
          <a:p>
            <a:r>
              <a:t>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[14주차, 그리고 한 학기 실습 여정을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14주차, 그리고 이번 학기 실습 전체 여정 정말 수고 많으셨습니다! 0주차부터 오늘까지, Docker·</a:t>
            </a:r>
          </a:p>
          <a:p>
            <a:r>
              <a:t>Kubernetes·Terraform·Jenkins를 모두 직접 손으로 다뤄보셨습니다. 다음 주 기말고사 준비 잘 하시고,</a:t>
            </a:r>
          </a:p>
          <a:p>
            <a:r>
              <a:t>마지막까지 힘내세요!"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"Pod를 여러 개 죽여도 괜찮나요?" | 네, replicas 개수 안에서라면 몇 개를 죽여도 Deployment가 계속 새로 만들어줍니다. 시간이 남는 학생은 여러 개를 연속으로 삭제해보며 자가치유의 견고함을 더 실감해볼 수 있습니다. |</a:t>
            </a:r>
          </a:p>
          <a:p>
            <a:r>
              <a:t>| "부하를 끄면 Pod 개수가 다시 줄어드나요?" | 네, HPA는 CPU 사용률이 목표치 아래로 내려가면 자동으로 Pod 개수를 줄입니다(Scale-in). 다만 즉시 줄지 않고 일정 시간 관찰 후 줄어드는 경우가 많으니, 몇 분 후 `kubectl get hpa`로 다시 확인해보라고 안내하세요. |</a:t>
            </a:r>
          </a:p>
          <a:p>
            <a:r>
              <a:t>| "이번 학기 실습을 나중에 복습하려면 어떻게 하나요?" | 각 주차 폴더의 04_템플릿코드와 06_로컬VM_과제복습(13~14주차는 05_로컬VM_통합실습_전용) 자료를 참고하면 됩니다. VM을 그대로 보관해두면 실습 환경을 다시 켜서 복습할 수 있다는 것도 안내해주세요.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자가치유 라이브 검증과 전체 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0주차부터 14주차까지, 우리가 만든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부하가 걸린 상태에서 Pod를 강제로 삭제해 자가치유를 라이브로 검증한다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HPA(확장)와 자가치유(복구)가 함께 동작해 고가용성을 이루는 원리를 정리한다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0~14주차 전체 여정을 되짚어보며 배운 것을 회고한다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 (Killercoda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고가용성 정리</a:t>
            </a:r>
          </a:p>
        </p:txBody>
      </p:sp>
      <p:sp>
        <p:nvSpPr>
          <p:cNvPr id="13" name="Oval 12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실습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자가치유 라이브 검증</a:t>
            </a:r>
          </a:p>
        </p:txBody>
      </p:sp>
      <p:sp>
        <p:nvSpPr>
          <p:cNvPr id="18" name="Oval 17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전체 회고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0~14주 되돌아보기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Scale-out과 자가치유, 함께 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고가용성이 완성되는 순간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고가용성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두 가지 능력이 합쳐지면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Scale-out(HPA) — 트래픽이 몰리면 Pod 수를 늘려 부하를 분산(14주차 2차시)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자가치유(Self-Healing) — Pod가 죽으면 즉시 새로 만들어 개수를 유지(7주차)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둘이 함께 있으면, '트래픽 폭주'와 '장애' 두 가지 위기 모두에서 서비스가 스스로 살아남음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고가용성의 두 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트래픽 폭주 → HPA가 Pod 증설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 발생(Pod Kill) → 자가치유가 즉시 복구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고가용성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검증할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부하가 걸려 Pod가 여러 개로 늘어난 상태에서, 그중 하나를 강제로 kubectl delete pod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Deployment가 즉시 그 자리를 새 Pod로 채우는지 확인(7주차에 배운 원리 그대로)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과정 동안 서비스(curl 응답)가 완전히 끊기지 않는지도 함께 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🔗  7주차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7주차에 배운 자가치유가, 오늘은 '부하가 걸린 실전 상황'에서도 그대로 작동하는지 검증합니다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부하 속에서 Pod를 죽여본다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실습 — 자가치유 라이브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ab로 다시 한번 부하를 걸어 Pod가 여러 개인 상태를 만듦(2차시 참고)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 로 현재 떠 있는 chatbot Pod 이름 하나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delete pod {파드이름} 로 강제 삭제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 -w 로 삭제된 Pod 대신 새 Pod가 즉시 생성되는 과정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정리 및 14주차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Pod 삭제 직후 kubectl get pods -w 화면(Terminating→새 Pod 생성)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삭제 도중 curl $(minikube service chatbot --url) 실행 결과 캡처(서비스 지속 확인)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14주차 1~3차시(HPA 설정·부하테스트·자가치유)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전체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0주차부터 14주차까지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3 · 전체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우리가 지나온 5단계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2377440" cy="5303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54480"/>
            <a:ext cx="8412480" cy="5303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8412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무엇을 배웠나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84831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84831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0단계(0주차)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84831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084831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 환경 구성 — 실습의 출발점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615184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15184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1단계(1~3주)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615184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615184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— 컨테이너로 앱을 포장하는 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45535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45535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2단계(4~7주)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145535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145535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Kubernetes — 컨테이너를 자동으로 운영하는 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675887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675887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3단계(9~10주)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675887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675887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— 인프라를 코드로 관리하는 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06240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06240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4단계(11~12주)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206240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206240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 — 빌드·배포를 자동화하는 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736592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736592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5단계(13~14주)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736592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736592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전체 통합 — 위 모든 것을 하나의 파이프라인으로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3차시 [VM 전용]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HPA(확장)와 자가치유(복구)가 함께 동작해, 트래픽 폭주와 장애 모두에서 서비스가 스스로 살아남는 고가용성을 이룬다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0주차부터 14주차까지, 우리는 하나의 서비스를 만들고, 운영하고, 자동화하고, 견고하게 만드는 전 과정을 직접 경험했다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15주차 — 기말고사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9~12주차 Terraform·Jenkins를 복습하고, 13~14주차 통합실습을 최종 점검한 뒤, 전체 파이프라인 아키텍처를 설계·분석하는 기말고사를 치릅니다.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14주차, 그리고 한 학기 실습 여정을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0주차부터 오늘까지, Docker·Kubernetes·Terraform·Jenkins를 모두 직접 손으로 다뤄보셨습니다. 다음 주 기말고사 준비 잘 하시고, 마지막까지 힘내세요!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