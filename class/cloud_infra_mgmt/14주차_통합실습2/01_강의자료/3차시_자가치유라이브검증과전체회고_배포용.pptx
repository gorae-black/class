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14주차 3차시 [VM 전용]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자가치유 라이브 검증과 전체 회고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0주차부터 14주차까지, 우리가 만든 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1.  부하가 걸린 상태에서 Pod를 강제로 삭제해 자가치유를 라이브로 검증한다</a:t>
            </a:r>
          </a:p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2.  HPA(확장)와 자가치유(복구)가 함께 동작해 고가용성을 이루는 원리를 정리한다</a:t>
            </a:r>
          </a:p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3.  0~14주차 전체 여정을 되짚어보며 배운 것을 회고한다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3차시 [VM 전용]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14주차 3차시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3163824" y="1730959"/>
            <a:ext cx="2665475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4423409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9651" y="1730959"/>
            <a:ext cx="2665476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7619238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33472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3472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78507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43100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3100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고가용성 정리</a:t>
            </a:r>
          </a:p>
        </p:txBody>
      </p:sp>
      <p:sp>
        <p:nvSpPr>
          <p:cNvPr id="15" name="Oval 14"/>
          <p:cNvSpPr/>
          <p:nvPr/>
        </p:nvSpPr>
        <p:spPr>
          <a:xfrm>
            <a:off x="582929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929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74336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7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실습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7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자가치유 라이브 검증</a:t>
            </a:r>
          </a:p>
        </p:txBody>
      </p:sp>
      <p:sp>
        <p:nvSpPr>
          <p:cNvPr id="20" name="Oval 19"/>
          <p:cNvSpPr/>
          <p:nvPr/>
        </p:nvSpPr>
        <p:spPr>
          <a:xfrm>
            <a:off x="9025128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5128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0163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4755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전체 회고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4755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0~14주 되돌아보기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3차시 [VM 전용]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Scale-out과 자가치유, 함께 보면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고가용성이 완성되는 순간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고가용성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두 가지 능력이 합쳐지면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Scale-out(HPA) — 트래픽이 몰리면 Pod 수를 늘려 부하를 분산(14주차 2차시)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자가치유(Self-Healing) — Pod가 죽으면 즉시 새로 만들어 개수를 유지(7주차)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이 둘이 함께 있으면, '트래픽 폭주'와 '장애' 두 가지 위기 모두에서 서비스가 스스로 살아남음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고가용성의 두 축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트래픽 폭주 → HPA가 Pod 증설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장애 발생(Pod Kill) → 자가치유가 즉시 복구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3차시 [VM 전용]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고가용성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 검증할 시나리오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부하가 걸려 Pod가 여러 개로 늘어난 상태에서, 그중 하나를 강제로 kubectl delete pod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Deployment가 즉시 그 자리를 새 Pod로 채우는지 확인(7주차에 배운 원리 그대로)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이 과정 동안 서비스(curl 응답)가 완전히 끊기지 않는지도 함께 관찰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🔗  7주차 연결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7주차에 배운 자가치유가, 오늘은 '부하가 걸린 실전 상황'에서도 그대로 작동하는지 검증합니다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3차시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부하 속에서 Pod를 죽여본다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실습 — 자가치유 라이브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ab로 다시 한번 부하를 걸어 Pod가 여러 개인 상태를 만듦(2차시 참고)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kubectl get pods 로 현재 떠 있는 chatbot Pod 이름 하나 확인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kubectl delete pod {파드이름} 로 강제 삭제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kubectl get pods -w 로 삭제된 Pod 대신 새 Pod가 즉시 생성되는 과정 관찰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3차시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결과 정리 및 14주차 종합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Pod 삭제 직후 kubectl get pods -w 화면(Terminating→새 Pod 생성) 캡처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삭제 도중 curl $(minikube service chatbot --url) 실행 결과 캡처(서비스 지속 확인)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14주차 1~3차시(HPA 설정·부하테스트·자가치유) 실습을 종합해서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3차시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전체 회고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0주차부터 14주차까지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3 · 전체 회고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우리가 지나온 5단계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2377440" cy="53035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23774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단계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554480"/>
            <a:ext cx="8412480" cy="5303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554480"/>
            <a:ext cx="8412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무엇을 배웠나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084831"/>
            <a:ext cx="2377440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84831"/>
            <a:ext cx="215798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0단계(0주차)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084831"/>
            <a:ext cx="8412480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2084831"/>
            <a:ext cx="81930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VM 환경 구성 — 실습의 출발점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615184"/>
            <a:ext cx="237744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15184"/>
            <a:ext cx="215798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1단계(1~3주)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615184"/>
            <a:ext cx="8412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615184"/>
            <a:ext cx="81930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Docker — 컨테이너로 앱을 포장하는 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145535"/>
            <a:ext cx="2377440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145535"/>
            <a:ext cx="215798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2단계(4~7주)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145535"/>
            <a:ext cx="8412480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3145535"/>
            <a:ext cx="81930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Kubernetes — 컨테이너를 자동으로 운영하는 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675887"/>
            <a:ext cx="237744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675887"/>
            <a:ext cx="215798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3단계(9~10주)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3675887"/>
            <a:ext cx="8412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0128" y="3675887"/>
            <a:ext cx="81930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Terraform — 인프라를 코드로 관리하는 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206240"/>
            <a:ext cx="2377440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206240"/>
            <a:ext cx="215798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4단계(11~12주)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4206240"/>
            <a:ext cx="8412480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0128" y="4206240"/>
            <a:ext cx="81930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Jenkins — 빌드·배포를 자동화하는 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736592"/>
            <a:ext cx="237744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736592"/>
            <a:ext cx="215798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5단계(13~14주)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4736592"/>
            <a:ext cx="8412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4736592"/>
            <a:ext cx="81930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전체 통합 — 위 모든 것을 하나의 파이프라인으로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3차시 [VM 전용]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HPA(확장)와 자가치유(복구)가 함께 동작해, 트래픽 폭주와 장애 모두에서 서비스가 스스로 살아남는 고가용성을 이룬다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0주차부터 14주차까지, 우리는 하나의 서비스를 만들고, 운영하고, 자동화하고, 견고하게 만드는 전 과정을 직접 경험했다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15주차 — 기말고사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9~12주차 Terraform·Jenkins를 복습하고, 13~14주차 통합실습을 최종 점검한 뒤, 전체 파이프라인 아키텍처를 설계·분석하는 기말고사를 치릅니다.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