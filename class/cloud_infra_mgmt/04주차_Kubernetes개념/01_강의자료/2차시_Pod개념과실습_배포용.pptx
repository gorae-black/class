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Pod — K8s의 가장 작은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컨테이너를 감싸는 Pod, 첫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Pod가 무엇이고 왜 컨테이너를 직접 안 쓰고 Pod로 감싸는지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kubectl run으로 Pod를 실행하고 상태를 확인한다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kubectl describe·logs로 Pod 상태를 점검한다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4주차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Pod 실행·점검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minikube에서 Pod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K8s가 다루는 가장 작은 단위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= 컨테이너를 감싸는 껍질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K8s는 컨테이너를 직접 다루지 않고, Pod라는 단위로 감싸서 다룸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 안에는 보통 컨테이너 1개, 필요하면 여러 개도 가능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같은 Pod 안 컨테이너들은 네트워크(IP)와 저장공간을 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왜 굳이 한 겹 더 감쌀까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함께 떠야 하는 컨테이너들(예: 앱+로그 수집기)을 하나의 단위로 묶어 관리하기 위해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vs Pod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docker run 컨테이너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K8s Pod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관리 주체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내가 직접 docker 명령으로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K8s가 자동으로 상태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8094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8094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실패 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누군가 직접 재실행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K8s가 자동으로 재생성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0273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0273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배포 단위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1개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1개 이상을 묶은 Pod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kubectl로 Pod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run · get · describe ·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kubectl로 Pod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기본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run {이름} --image={이미지}  — Pod 하나를 즉석에서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 — 현재 떠 있는 Pod 목록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describe pod {이름}  — 그 Pod의 상세 상태·이벤트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logs {이름}  — Pod(컨테이너) 로그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delete pod {이름}  — Pod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Pod 선언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미리 구동된 멀티노드 K8s 클러스터 접속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run mypod --image=nginx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 — Running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describe pod mypod  — 어느 노드에 배치됐는지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minikube에서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(지난 시간 켜둔 상태면 생략 가능)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run mypod --image=nginx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/ kubectl describe pod mypod / kubectl logs mypod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실행 결과 캡처 후 LMS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 = K8s가 다루는 가장 작은 배포 단위, 컨테이너를 감싼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kubectl run/get/describe/logs로 Pod를 실행하고 점검한다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Pod를 직접 하나씩 만드는 대신, 원하는 개수를 자동으로 유지해주는 Deployment를 YAML로 작성하고 배포합니다.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