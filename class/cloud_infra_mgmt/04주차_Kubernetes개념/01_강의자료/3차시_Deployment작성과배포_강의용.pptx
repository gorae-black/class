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Deployment로 Pod 자동 관리하기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YAML 작성 · kubectl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Deployment가 Pod를 어떻게 자동 관리하는지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YAML 파일의 기본 구조를 읽고 쓸 수 있다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Deployment YAML을 직접 작성해 클러스터에 배포한다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Deployment 선언 실행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minikube에 배포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Deployment란?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원하는 개수를 자동으로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Deployment란?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선언하면 K8s가 유지해준다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"nginx Pod가 항상 2개 떠 있어야 한다"고 선언 (명령이 아니라 선언!)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Deployment가 내부적으로 ReplicaSet을 만들어 그 개수를 계속 감시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 하나가 죽으면 ReplicaSet이 즉시 새 Pod를 만들어 개수를 다시 채움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'명령'이 아니라 '선언'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"지금 2개 만들어라"가 아니라 "항상 2개여야 한다" — 이게 K8s의 핵심 철학(선언적 관리)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apiVersion · kind · metadata · spec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YAML 기본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apiVersion — 어떤 버전의 K8s API를 쓸지 (Deployment는 apps/v1)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kind — 무엇을 만들지 (Deployment, Pod, Service 등)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metadata — 이름, 라벨 등 부가 정보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spec — 실제 원하는 상태를 적는 핵심 부분 (replicas, 이미지 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deployment.yaml 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apiVersion: apps/v1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kind: Deployment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metadata: name: myapp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spec: replicas: 2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spec.template.spec.containers: - name: myapp, image: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Deployment 선언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nodes  — 지난 시간 복습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deployment.yaml 작성 (replicas: 2, image: nginx)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-f deployment.yaml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-w  — Pod 2개가 뜨는 과정을 실시간으로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minikube에 배포 + 자가치유 맛보기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→ kubectl apply -f deployment.yaml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로 2개 Running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delete pod {파드이름 중 하나} 로 하나를 강제 삭제해보기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다시 확인 → 자동으로 새 Pod가 생겨 다시 2개인지 확인 (미리보기)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Deployment = "항상 N개여야 한다"를 선언하면 K8s가 유지해준다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YAML = apiVersion·kind·metadata·spec으로 원하는 상태를 적는 문서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— K8s Service와 내부 통신 네트워크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지금은 Pod가 여러 개라도 외부에서 어떻게 접속해야 할지 애매합니다. 다음 주엔 Service로 여러 Pod에 안정적으로 접속하는 방법을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