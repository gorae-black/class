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"4주차 2차시를 시작하겠습니다.</a:t>
            </a:r>
          </a:p>
          <a:p/>
          <a:p>
            <a:r>
              <a:t>지난 시간에 K8s가 왜 필요한지, 클러스터가 어떻게 생겼는지 큰 그림을 봤습니다. 오늘은 그 클러스터</a:t>
            </a:r>
          </a:p>
          <a:p>
            <a:r>
              <a:t>안에서 실제로 우리가 다루게 될 가장 작은 단위, **Pod**를 배우고 직접 실행해보겠습니다."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Pod가 무엇이고 왜 컨테이너를 직접 안 쓰고 Pod로 감싸는지 이해하고,</a:t>
            </a:r>
          </a:p>
          <a:p>
            <a:r>
              <a:t>둘째, kubectl run으로 Pod를 실행하고 상태를 확인하고,</a:t>
            </a:r>
          </a:p>
          <a:p>
            <a:r>
              <a:t>셋째, kubectl describe와 logs로 Pod 상태를 점검합니다."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VM 안내, 5분 제출입니다. 오늘부터 진짜 kubectl 명령어를</a:t>
            </a:r>
          </a:p>
          <a:p>
            <a:r>
              <a:t>손으로 쳐보게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Pod란 무엇인가]</a:t>
            </a:r>
          </a:p>
          <a:p/>
          <a:p>
            <a:r>
              <a:t>"자, Pod가 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[Pod = 컨테이너를 감싸는 껍질]</a:t>
            </a:r>
          </a:p>
          <a:p/>
          <a:p>
            <a:r>
              <a:t>"K8s는 컨테이너를 '직접' 다루지 않습니다. 대신 **Pod**라는 단위로 한 번 감싸서 다뤄요.</a:t>
            </a:r>
          </a:p>
          <a:p/>
          <a:p>
            <a:r>
              <a:t>Pod 안에는 보통 컨테이너가 1개 들어가지만, 필요하면 여러 개를 넣을 수도 있습니다. 그리고 같은 Pod</a:t>
            </a:r>
          </a:p>
          <a:p>
            <a:r>
              <a:t>안에 있는 컨테이너들은 네트워크(IP 주소)와 저장 공간을 서로 공유합니다.</a:t>
            </a:r>
          </a:p>
          <a:p/>
          <a:p>
            <a:r>
              <a:t>**(질문 유도)** 왜 굳이 한 겹을 더 씌울까요? 답은 — 항상 함께 떠야 하는 컨테이너들, 예를 들어 '앱</a:t>
            </a:r>
          </a:p>
          <a:p>
            <a:r>
              <a:t>컨테이너 + 그 앱의 로그를 수집하는 컨테이너'처럼 짝을 이루는 것들을 하나의 단위로 묶어서 관리하기</a:t>
            </a:r>
          </a:p>
          <a:p>
            <a:r>
              <a:t>위해서입니다."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[컨테이너 vs Pod]</a:t>
            </a:r>
          </a:p>
          <a:p/>
          <a:p>
            <a:r>
              <a:t>"표로 비교하면, `docker run`으로 만든 컨테이너는 우리가 직접 관리해야 했죠. 실패하면 우리가 직접</a:t>
            </a:r>
          </a:p>
          <a:p>
            <a:r>
              <a:t>다시 실행해야 하고요.</a:t>
            </a:r>
          </a:p>
          <a:p/>
          <a:p>
            <a:r>
              <a:t>반면 K8s의 Pod는 K8s가 자동으로 상태를 유지해줍니다. Pod가 죽으면 — 정확히는 다음 시간에 배울</a:t>
            </a:r>
          </a:p>
          <a:p>
            <a:r>
              <a:t>Deployment가 관리하는 Pod라면 — K8s가 알아서 새로 만들어줍니다. 배포 단위도 컨테이너 1개가 아니라</a:t>
            </a:r>
          </a:p>
          <a:p>
            <a:r>
              <a:t>'컨테이너 1개 이상을 묶은 Pod' 단위로 바뀝니다."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kubectl로 Pod 다루기]</a:t>
            </a:r>
          </a:p>
          <a:p/>
          <a:p>
            <a:r>
              <a:t>"이제 실제로 Pod를 다루는 명령어를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[Pod 기본 명령어]</a:t>
            </a:r>
          </a:p>
          <a:p/>
          <a:p>
            <a:r>
              <a:t>"다섯 개만 기억하시면 됩니다.</a:t>
            </a:r>
          </a:p>
          <a:p/>
          <a:p>
            <a:r>
              <a:t>`kubectl run {이름} --image={이미지}`로 Pod 하나를 즉석에서 실행합니다. `kubectl get pods`로 지금</a:t>
            </a:r>
          </a:p>
          <a:p>
            <a:r>
              <a:t>떠 있는 Pod 목록을 확인하고, `kubectl describe pod {이름}`으로 그 Pod의 상세 상태와 무슨 일이</a:t>
            </a:r>
          </a:p>
          <a:p>
            <a:r>
              <a:t>있었는지(이벤트)를 확인합니다. `kubectl logs {이름}`으로 로그를 보고, `kubectl delete pod {이름}`으로</a:t>
            </a:r>
          </a:p>
          <a:p>
            <a:r>
              <a:t>지울 수 있습니다.</a:t>
            </a:r>
          </a:p>
          <a:p/>
          <a:p>
            <a:r>
              <a:t>**(Docker와 비교)** 눈치채셨겠지만, Docker에서 배운 run/ps/logs/rm과 거의 비슷한 구조예요. 새로</a:t>
            </a:r>
          </a:p>
          <a:p>
            <a:r>
              <a:t>배우는 게 아니라 익숙한 패턴이 K8s에도 그대로 적용되는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Pod 선언 실행]</a:t>
            </a:r>
          </a:p>
          <a:p/>
          <a:p>
            <a:r>
              <a:t>"자, 직접 해보겠습니다. 지난 시간처럼 미리 구동된 멀티노드 클러스터에 접속합니다.</a:t>
            </a:r>
          </a:p>
          <a:p/>
          <a:p>
            <a:r>
              <a:t>`kubectl run mypod --image=nginx`로 Pod를 하나 실행하고, `kubectl get pods`로 Running 상태인지</a:t>
            </a:r>
          </a:p>
          <a:p>
            <a:r>
              <a:t>확인하세요. 그다음 `kubectl describe pod mypod`로 이 Pod가 어느 노드에 배치됐는지 확인해보세요.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— minikube에서 동일 실습]</a:t>
            </a:r>
          </a:p>
          <a:p/>
          <a:p>
            <a:r>
              <a:t>"개인 VM에서 `minikube start`(지난 시간에 켜두셨다면 생략 가능)로 클러스터를 켜고, 같은 명령어를</a:t>
            </a:r>
          </a:p>
          <a:p>
            <a:r>
              <a:t>동일하게 실행해보세요.</a:t>
            </a:r>
          </a:p>
          <a:p/>
          <a:p>
            <a:r>
              <a:t>`kubectl run mypod --image=nginx`, `kubectl get pods`, `kubectl describe pod mypod`,</a:t>
            </a:r>
          </a:p>
          <a:p>
            <a:r>
              <a:t>`kubectl logs mypod` 실행 결과를 캡처해서 LMS 과제 게시판에 제출하시면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**Pod는 K8s가 다루는 가장 작은 배포 단위이며, 컨테이너를 감싼 것**이다.</a:t>
            </a:r>
          </a:p>
          <a:p>
            <a:r>
              <a:t>둘째, **kubectl run/get/describe/logs로 Pod를 실행하고 점검한다**."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Pod를 하나씩 손으로 만드는 대신, '항상 몇 개가 떠 있어야 한다'를 선언하면 K8s가</a:t>
            </a:r>
          </a:p>
          <a:p>
            <a:r>
              <a:t>자동으로 그 개수를 유지해주는 **Deployment**를 YAML 파일로 작성하고 배포해보겠습니다.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"Pod 하나에 컨테이너 여러 개를 넣는 경우가 실제로 있나요?" | 네, 예를 들어 앱 컨테이너와 그 앱의 트래픽을 감시하는 사이드카 컨테이너를 함께 넣는 패턴이 실무에서 자주 쓰입니다. 이 과목에서는 다루지 않지만 존재한다는 것만 알아두면 됩니다. |</a:t>
            </a:r>
          </a:p>
          <a:p>
            <a:r>
              <a:t>| "kubectl run으로 만든 Pod가 죽으면 자동으로 살아나나요?" | 오늘 방식(kubectl run)으로 만든 단독 Pod는 죽으면 그걸로 끝입니다. 자동으로 다시 살아나게 하려면 다음 시간에 배울 Deployment로 관리해야 합니다. |</a:t>
            </a:r>
          </a:p>
          <a:p>
            <a:r>
              <a:t>| "describe 결과가 너무 길어요" | 정상입니다. 지금은 Events 섹션(무슨 일이 있었는지)과 Status(현재 상태) 정도만 눈여겨보면 충분합니다.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Pod — K8s의 가장 작은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컨테이너를 감싸는 Pod, 첫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Pod가 무엇이고 왜 컨테이너를 직접 안 쓰고 Pod로 감싸는지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kubectl run으로 Pod를 실행하고 상태를 확인한다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kubectl describe·logs로 Pod 상태를 점검한다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Pod 실행·점검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minikube에서 Pod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K8s가 다루는 가장 작은 단위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= 컨테이너를 감싸는 껍질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K8s는 컨테이너를 직접 다루지 않고, Pod라는 단위로 감싸서 다룸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 안에는 보통 컨테이너 1개, 필요하면 여러 개도 가능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같은 Pod 안 컨테이너들은 네트워크(IP)와 저장공간을 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 왜 굳이 한 겹 더 감쌀까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함께 떠야 하는 컨테이너들(예: 앱+로그 수집기)을 하나의 단위로 묶어 관리하기 위해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Pod란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vs Pod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docker run 컨테이너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K8s Pod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관리 주체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내가 직접 docker 명령으로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K8s가 자동으로 상태 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8094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8094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실패 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누군가 직접 재실행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K8s가 자동으로 재생성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0273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0273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배포 단위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1개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1개 이상을 묶은 Pod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kubectl로 Pod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run · get · describe ·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kubectl로 Pod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기본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run {이름} --image={이미지}  — Pod 하나를 즉석에서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 — 현재 떠 있는 Pod 목록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describe pod {이름}  — 그 Pod의 상세 상태·이벤트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logs {이름}  — Pod(컨테이너) 로그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delete pod {이름}  — Pod 삭제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Pod 선언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미리 구동된 멀티노드 K8s 클러스터 접속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run mypod --image=nginx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 — Running 상태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describe pod mypod  — 어느 노드에 배치됐는지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minikube에서 동일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minikube start (지난 시간 켜둔 상태면 생략 가능)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run mypod --image=nginx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get pods / kubectl describe pod mypod / kubectl logs mypod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실행 결과 캡처 후 LMS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 = K8s가 다루는 가장 작은 배포 단위, 컨테이너를 감싼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kubectl run/get/describe/logs로 Pod를 실행하고 점검한다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Pod를 직접 하나씩 만드는 대신, 원하는 개수를 자동으로 유지해주는 Deployment를 YAML로 작성하고 배포합니다.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