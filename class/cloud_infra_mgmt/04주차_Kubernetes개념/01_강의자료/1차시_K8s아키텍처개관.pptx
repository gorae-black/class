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"4주차 1차시, 그리고 Kubernetes 편의 첫 시간을 시작하겠습니다.</a:t>
            </a:r>
          </a:p>
          <a:p/>
          <a:p>
            <a:r>
              <a:t>지난 3주 동안 Docker로 컨테이너 하나하나를 직접 다루는 법을 배웠습니다. 오늘부터는 그 컨테이너들을</a:t>
            </a:r>
          </a:p>
          <a:p>
            <a:r>
              <a:t>'자동으로' 관리해주는 도구, Kubernetes를 배웁니다. 왜 이런 도구가 필요한지부터 시작하겠습니다."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컨테이너를 여러 개 운영할 때 어떤 어려움이 생기는지 설명하고,</a:t>
            </a:r>
          </a:p>
          <a:p>
            <a:r>
              <a:t>둘째, Kubernetes가 그 문제를 어떻게 해결하는지 이해하고,</a:t>
            </a:r>
          </a:p>
          <a:p>
            <a:r>
              <a:t>셋째, K8s 클러스터의 큰 그림(Control Plane과 Node)을 그릴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VM 안내, 5분 제출입니다. 오늘은 이론이 중심이고, 실제</a:t>
            </a:r>
          </a:p>
          <a:p>
            <a:r>
              <a:t>명령어는 다음 시간부터 본격적으로 다룹니다."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왜 오케스트레이션이 필요한가]</a:t>
            </a:r>
          </a:p>
          <a:p/>
          <a:p>
            <a:r>
              <a:t>"자, 먼저 문제 상황부터 상상해보겠습니다."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[컨테이너를 수동으로 관리한다면]</a:t>
            </a:r>
          </a:p>
          <a:p/>
          <a:p>
            <a:r>
              <a:t>"여러분이 지금까지 배운 것처럼 `docker run`으로 컨테이너를 하나씩 실행한다고 해봅시다. 그런데 서비스가</a:t>
            </a:r>
          </a:p>
          <a:p>
            <a:r>
              <a:t>커져서 서버가 여러 대이고, 컨테이너가 수십 개라면 어떨까요?</a:t>
            </a:r>
          </a:p>
          <a:p/>
          <a:p>
            <a:r>
              <a:t>컨테이너 하나가 갑자기 죽으면, 누군가 직접 확인하고 다시 실행해줘야 합니다. 트래픽이 몰리면, 직접</a:t>
            </a:r>
          </a:p>
          <a:p>
            <a:r>
              <a:t>컨테이너 개수를 늘려야 하고요. 서버 한 대가 고장 나면, 그 위에서 돌던 컨테이너를 다른 서버로 직접</a:t>
            </a:r>
          </a:p>
          <a:p>
            <a:r>
              <a:t>옮겨야 합니다.</a:t>
            </a:r>
          </a:p>
          <a:p/>
          <a:p>
            <a:r>
              <a:t>**(질문 유도)** 컨테이너가 100개, 서버가 10대라면 이걸 사람이 손으로 다 할 수 있을까요? 불가능하겠죠.</a:t>
            </a:r>
          </a:p>
          <a:p>
            <a:r>
              <a:t>그래서 이 모든 걸 '자동으로' 해주는 도구가 필요해진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[Kubernetes란?]</a:t>
            </a:r>
          </a:p>
          <a:p/>
          <a:p>
            <a:r>
              <a:t>"그 도구가 바로 Kubernetes, 줄여서 K8s(케이에이츠)입니다.</a:t>
            </a:r>
          </a:p>
          <a:p/>
          <a:p>
            <a:r>
              <a:t>K8s는 여러 대의 서버(이걸 '노드'라고 부릅니다)에 걸쳐서 컨테이너를 자동으로 배포하고 관리해주는</a:t>
            </a:r>
          </a:p>
          <a:p>
            <a:r>
              <a:t>오케스트레이션 도구입니다. 핵심 방식이 재미있는데요 — 우리가 '몇 개가 항상 떠 있어야 한다'라고</a:t>
            </a:r>
          </a:p>
          <a:p>
            <a:r>
              <a:t>선언만 하면, K8s가 실제로 그 상태를 계속 유지해줍니다.</a:t>
            </a:r>
          </a:p>
          <a:p/>
          <a:p>
            <a:r>
              <a:t>그래서 컨테이너가 죽으면 자동으로 다시 띄우고(이걸 '자가치유'라고 합니다, 7주차에 실습합니다),</a:t>
            </a:r>
          </a:p>
          <a:p>
            <a:r>
              <a:t>트래픽에 맞춰 개수를 자동으로 조절하기도 합니다(14주차에 다룹니다).</a:t>
            </a:r>
          </a:p>
          <a:p/>
          <a:p>
            <a:r>
              <a:t>**(참고)** Kubernetes는 원래 구글이 사내에서 쓰던 시스템을 오픈소스로 공개한 것이 시초입니다. 지금은</a:t>
            </a:r>
          </a:p>
          <a:p>
            <a:r>
              <a:t>사실상 업계 표준 도구예요."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K8s 아키텍처 개관]</a:t>
            </a:r>
          </a:p>
          <a:p/>
          <a:p>
            <a:r>
              <a:t>"이제 K8s 클러스터가 어떻게 생겼는지 큰 그림을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[클러스터의 큰 그림]</a:t>
            </a:r>
          </a:p>
          <a:p/>
          <a:p>
            <a:r>
              <a:t>"K8s에서 '클러스터'란 여러 대의 서버(노드)를 하나로 묶은 것을 말합니다. 이 클러스터는 크게 두 부분으로</a:t>
            </a:r>
          </a:p>
          <a:p>
            <a:r>
              <a:t>나뉩니다.</a:t>
            </a:r>
          </a:p>
          <a:p/>
          <a:p>
            <a:r>
              <a:t>**Control Plane**은 클러스터 전체를 지휘하는 '두뇌'입니다. API Server, Scheduler, etcd 같은</a:t>
            </a:r>
          </a:p>
          <a:p>
            <a:r>
              <a:t>구성요소들이 있는데, 오늘은 이름을 외우실 필요는 없고, '지휘 본부'라고만 이해하시면 됩니다.</a:t>
            </a:r>
          </a:p>
          <a:p/>
          <a:p>
            <a:r>
              <a:t>**Worker Node**는 실제로 컨테이너, 정확히는 다음 시간에 배울 'Pod'가 돌아가는 '일꾼' 서버입니다.</a:t>
            </a:r>
          </a:p>
          <a:p/>
          <a:p>
            <a:r>
              <a:t>**(우리 환경과 연결)** 실무에서는 이게 여러 대의 물리 서버로 나뉘어 있지만, 우리가 쓰는 minikube는</a:t>
            </a:r>
          </a:p>
          <a:p>
            <a:r>
              <a:t>이 클러스터 전체를 여러분의 VM 한 대 안에 압축해서 넣어둔 겁니다. 그래서 노드 한 대짜리 클러스터를</a:t>
            </a:r>
          </a:p>
          <a:p>
            <a:r>
              <a:t>로컬에서 연습할 수 있는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클러스터 첫 접속]</a:t>
            </a:r>
          </a:p>
          <a:p/>
          <a:p>
            <a:r>
              <a:t>"자, 이제 직접 클러스터에 접속해보겠습니다. 오늘은 교수자가 미리 여러 대의 노드로 구성해 둔 클러스터에</a:t>
            </a:r>
          </a:p>
          <a:p>
            <a:r>
              <a:t>접속해서 명령어 결과만 눈으로 확인해볼 거예요.</a:t>
            </a:r>
          </a:p>
          <a:p/>
          <a:p>
            <a:r>
              <a:t>`kubectl get nodes`를 쳐서 클러스터에 어떤 노드들이 있는지 확인하고, `kubectl cluster-info`로</a:t>
            </a:r>
          </a:p>
          <a:p>
            <a:r>
              <a:t>Control Plane의 주소를 확인해보세요.</a:t>
            </a:r>
          </a:p>
          <a:p/>
          <a:p>
            <a:r>
              <a:t>**(부담 낮추기)** 오늘은 이 명령어들이 무슨 결과를 보여주는지 눈으로 보는 게 목표입니다. 세부 문법과</a:t>
            </a:r>
          </a:p>
          <a:p>
            <a:r>
              <a:t>직접 뭔가를 배포하는 건 다음 차시부터 본격적으로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minikube 기동]</a:t>
            </a:r>
          </a:p>
          <a:p/>
          <a:p>
            <a:r>
              <a:t>"개인 VM(cloud-lab)에는 이미 minikube가 설치되어 있습니다. 0주차에 배포받은 VM 이미지에 미리</a:t>
            </a:r>
          </a:p>
          <a:p>
            <a:r>
              <a:t>설치해 두었기 때문에 별도로 설치할 필요가 없어요.</a:t>
            </a:r>
          </a:p>
          <a:p/>
          <a:p>
            <a:r>
              <a:t>`minikube start`를 실행해서 로컬 1노드 클러스터를 켜보세요. 처음 실행할 때는 1~2분 정도 걸릴 수</a:t>
            </a:r>
          </a:p>
          <a:p>
            <a:r>
              <a:t>있습니다. 완료되면 `kubectl get nodes`로 노드가 'Ready' 상태인지 확인하세요.</a:t>
            </a:r>
          </a:p>
          <a:p/>
          <a:p>
            <a:r>
              <a:t>**(다음 시간 예고)** 다음 차시부터 이 클러스터를 계속 이어서 쓸 거니까, 미리 한 번 켜서 정상 동작하는지</a:t>
            </a:r>
          </a:p>
          <a:p>
            <a:r>
              <a:t>확인해두시면 좋습니다."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**K8s는 컨테이너를 자동으로 배포·관리해주는 오케스트레이션 도구**다.</a:t>
            </a:r>
          </a:p>
          <a:p>
            <a:r>
              <a:t>둘째, **클러스터는 Control Plane(두뇌)과 Worker Node(일꾼)로 이루어져 있다**."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K8s에서 가장 작은 배포 단위인 **Pod**를 배우고, 여러분 손으로 직접 첫 Pod를</a:t>
            </a:r>
          </a:p>
          <a:p>
            <a:r>
              <a:t>실행해보겠습니다.</a:t>
            </a:r>
          </a:p>
          <a:p/>
          <a:p>
            <a:r>
              <a:t>오늘 수업은 여기까지입니다. Killercoda 실습과 VM에서 minikube 기동 확인, 모두 완료해서 제출해주시고,</a:t>
            </a:r>
          </a:p>
          <a:p>
            <a:r>
              <a:t>궁금한 점은 LMS Q&amp;A 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"Docker랑 Kubernetes는 뭐가 다른 건가요?" | Docker는 컨테이너 하나를 만들고 실행하는 도구이고, Kubernetes는 그렇게 만들어진 컨테이너들을 여러 대의 서버에 걸쳐 '관리'해주는 도구입니다. 서로 대체 관계가 아니라 함께 쓰는 관계입니다(K8s 안에서 컨테이너를 실행할 때 내부적으로 컨테이너 런타임을 사용합니다). |</a:t>
            </a:r>
          </a:p>
          <a:p>
            <a:r>
              <a:t>| "노드가 몇 대씩 있어야 진짜 클러스터인가요?" | 이론적으로는 1대여도 클러스터입니다. 우리가 쓰는 minikube도 기본적으로 노드 1대짜리 클러스터입니다. 실무에서는 안정성을 위해 여러 대로 구성하는 경우가 많습니다. |</a:t>
            </a:r>
          </a:p>
          <a:p>
            <a:r>
              <a:t>| "minikube start가 너무 오래 걸려요 / 안 돼요" | 첫 실행은 이미지 준비 때문에 시간이 걸릴 수 있습니다. 3분 이상 응답이 없으면 오류FAQ 문서를 확인하도록 안내하고, 그래도 안 되면 LMS Q&amp;A에 스크린샷과 함께 질문하도록 안내하세요.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Kubernetes, 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오케스트레이션 개념과 아키텍처 개관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컨테이너를 여러 개 운영할 때의 어려움을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Kubernetes(오케스트레이션)가 이 문제를 어떻게 해결하는지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K8s의 큰 그림(Control Plane vs Node)을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멀티노드 클러스터 첫 접속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minikube 기동 안내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오케스트레이션이 필요한가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컨테이너가 100개라면?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왜 오케스트레이션인가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컨테이너를 수동으로 관리한다면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서버 여러 대에 컨테이너를 하나하나 docker run으로 배포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컨테이너가 죽으면? 누군가 직접 확인하고 다시 실행해야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트래픽이 몰리면? 직접 컨테이너 개수를 늘려야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서버 한 대가 고장나면? 그 위 컨테이너를 다른 서버로 직접 옮겨야 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😰  컨테이너가 수십·수백 개라면?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사람이 손으로 관리하는 건 불가능하다 — 그래서 '자동으로' 관리해주는 도구가 필요하다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왜 오케스트레이션인가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Kubernetes란?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여러 대의 서버(노드)에 걸쳐 컨테이너를 자동으로 배포·관리하는 오케스트레이션 도구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"몇 개가 떠 있어야 한다"를 선언하면, K8s가 실제로 그 상태를 유지해줌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컨테이너가 죽으면 자동으로 다시 띄우고(자가치유), 트래픽에 맞춰 개수를 조절(오토스케일링)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구글이 사내에서 쓰던 시스템을 오픈소스로 공개한 것이 시초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K8s 아키텍처 개관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Control Plane과 Node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K8s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클러스터의 큰 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클러스터 = 여러 대의 서버(노드)를 하나로 묶은 것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Control Plane = 클러스터 전체를 지휘하는 '두뇌'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Worker Node = 실제로 컨테이너(Pod)가 돌아가는 '일꾼'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우리는 minikube로 이 클러스터 전체를 내 VM 한 대 안에 압축해서 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클러스터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Control Plane (두뇌) — API Server · Scheduler · etcd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Worker Node 1 (일꾼)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Worker Node 2 (일꾼)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클러스터 첫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교수자가 미리 구동해 둔 멀티노드 K8s 클러스터에 접속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nodes  — 클러스터에 어떤 노드들이 있는지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cluster-info  — Control Plane 주소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지금은 명령어 결과를 눈으로 보는 것이 목표, 세부 문법은 다음 차시부터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minikube 기동 (설치 완료 상태)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VM(cloud-lab)에는 minikube가 이미 설치되어 있음 (별도 설치 불필요)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 start  — 로컬 1노드 클러스터 기동 (첫 실행은 1~2분 소요될 수 있음)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nodes  — Ready 상태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다음 차시부터 이 클러스터를 계속 사용하니 minikube start만 미리 해두기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K8s = 컨테이너를 자동으로 배포·관리해주는 오케스트레이션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클러스터 = Control Plane(두뇌) + Worker Node(일꾼)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4주차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K8s에서 가장 작은 배포 단위인 Pod 개념을 배우고, 첫 Pod를 직접 실행해봅니다.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