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"4주차 마지막 시간, 3차시를 시작하겠습니다.</a:t>
            </a:r>
          </a:p>
          <a:p/>
          <a:p>
            <a:r>
              <a:t>지난 시간에 `kubectl run`으로 Pod를 하나씩 직접 실행했습니다. 그런데 이 방식엔 문제가 있어요 — 그</a:t>
            </a:r>
          </a:p>
          <a:p>
            <a:r>
              <a:t>Pod가 죽으면 아무도 다시 살려주지 않습니다. 오늘은 '항상 몇 개가 떠 있어야 한다'를 선언하면 K8s가</a:t>
            </a:r>
          </a:p>
          <a:p>
            <a:r>
              <a:t>알아서 유지해주는 **Deployment**를 배웁니다."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Deployment가 Pod를 어떻게 자동으로 관리하는지 이해하고,</a:t>
            </a:r>
          </a:p>
          <a:p>
            <a:r>
              <a:t>둘째, YAML 파일의 기본 구조를 읽고 쓸 수 있고,</a:t>
            </a:r>
          </a:p>
          <a:p>
            <a:r>
              <a:t>셋째 — 오늘 직접 해볼 건데 — Deployment YAML을 작성해서 클러스터에 배포합니다."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VM 안내, 5분 제출입니다."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Deployment란?]</a:t>
            </a:r>
          </a:p>
          <a:p/>
          <a:p>
            <a:r>
              <a:t>"자, Deployment가 뭔지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[선언하면 K8s가 유지해준다]</a:t>
            </a:r>
          </a:p>
          <a:p/>
          <a:p>
            <a:r>
              <a:t>"Deployment의 핵심은 이겁니다 — '지금 nginx Pod 2개를 만들어라'라는 **명령**이 아니라, '항상 nginx</a:t>
            </a:r>
          </a:p>
          <a:p>
            <a:r>
              <a:t>Pod가 2개 떠 있어야 한다'라는 **선언**을 하는 거예요.</a:t>
            </a:r>
          </a:p>
          <a:p/>
          <a:p>
            <a:r>
              <a:t>Deployment는 내부적으로 ReplicaSet이라는 걸 만들어서 이 개수를 계속 감시합니다. 만약 Pod 하나가</a:t>
            </a:r>
          </a:p>
          <a:p>
            <a:r>
              <a:t>어떤 이유로든 죽으면, ReplicaSet이 즉시 알아채고 새 Pod를 하나 더 만들어서 다시 2개를 채웁니다.</a:t>
            </a:r>
          </a:p>
          <a:p/>
          <a:p>
            <a:r>
              <a:t>**(핵심 강조, 천천히)** '명령'이 아니라 '선언'이라는 이 차이가 K8s 전체를 관통하는 핵심 철학입니다.</a:t>
            </a:r>
          </a:p>
          <a:p>
            <a:r>
              <a:t>우리는 원하는 '최종 상태'만 말해주고, 그 상태를 유지하는 건 K8s가 알아서 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YAML로 선언하기]</a:t>
            </a:r>
          </a:p>
          <a:p/>
          <a:p>
            <a:r>
              <a:t>"이 '선언'을 실제로 어떻게 적는지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[YAML 기본 구조]</a:t>
            </a:r>
          </a:p>
          <a:p/>
          <a:p>
            <a:r>
              <a:t>"K8s에 무언가를 선언할 때는 YAML이라는 형식의 파일을 씁니다. 기본 구조는 네 부분입니다.</a:t>
            </a:r>
          </a:p>
          <a:p/>
          <a:p>
            <a:r>
              <a:t>`apiVersion`은 어떤 버전의 K8s API를 쓸지 정하는 거고, Deployment는 `apps/v1`을 씁니다.</a:t>
            </a:r>
          </a:p>
          <a:p>
            <a:r>
              <a:t>`kind`는 무엇을 만들지 — Deployment, Pod, 나중에 배울 Service 등을 적습니다.</a:t>
            </a:r>
          </a:p>
          <a:p>
            <a:r>
              <a:t>`metadata`는 이름표 같은 부가 정보고, `spec`이 실제로 원하는 상태를 적는 핵심 부분입니다.</a:t>
            </a:r>
          </a:p>
          <a:p/>
          <a:p>
            <a:r>
              <a:t>**(공감 유도)** 처음엔 낯설어 보이지만, 패턴이 항상 똑같아서 몇 번 써보면 금방 익숙해집니다."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[deployment.yaml 예시]</a:t>
            </a:r>
          </a:p>
          <a:p/>
          <a:p>
            <a:r>
              <a:t>"실제 예시를 보겠습니다. `apiVersion: apps/v1`, `kind: Deployment`, `metadata`에 이름을 `myapp`으로</a:t>
            </a:r>
          </a:p>
          <a:p>
            <a:r>
              <a:t>적고, `spec`에서 `replicas: 2`로 '2개 유지'를 선언합니다. 그리고 그 안에 어떤 이미지를 쓸지</a:t>
            </a:r>
          </a:p>
          <a:p>
            <a:r>
              <a:t>`containers` 부분에 `nginx`를 적습니다.</a:t>
            </a:r>
          </a:p>
          <a:p/>
          <a:p>
            <a:r>
              <a:t>**(들여쓰기 강조)** YAML에서 제일 중요한 건 들여쓰기입니다. 스페이스 칸 수가 안 맞으면 오류가 나니,</a:t>
            </a:r>
          </a:p>
          <a:p>
            <a:r>
              <a:t>오늘 실습에서는 제공되는 템플릿을 그대로 복사해서 이름이나 replicas 숫자만 바꿔보는 것부터</a:t>
            </a:r>
          </a:p>
          <a:p>
            <a:r>
              <a:t>시작하세요."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Deployment 선언 실행]</a:t>
            </a:r>
          </a:p>
          <a:p/>
          <a:p>
            <a:r>
              <a:t>"자, 직접 해보겠습니다. 먼저 `kubectl get nodes`로 지난 시간 복습을 한 번 하고요.</a:t>
            </a:r>
          </a:p>
          <a:p/>
          <a:p>
            <a:r>
              <a:t>`deployment.yaml` 파일을 작성하세요 — replicas는 2, 이미지는 nginx로요. `kubectl apply -f</a:t>
            </a:r>
          </a:p>
          <a:p>
            <a:r>
              <a:t>deployment.yaml`로 적용하고, `kubectl get pods -w`로 Pod 2개가 만들어지는 과정을 실시간으로</a:t>
            </a:r>
          </a:p>
          <a:p>
            <a:r>
              <a:t>지켜보세요.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과제 — minikube에 배포 + 자가치유 맛보기]</a:t>
            </a:r>
          </a:p>
          <a:p/>
          <a:p>
            <a:r>
              <a:t>"개인 VM에서 `minikube start` 후 같은 YAML로 `kubectl apply`, `kubectl get pods`로 2개가 Running인지</a:t>
            </a:r>
          </a:p>
          <a:p>
            <a:r>
              <a:t>확인하세요.</a:t>
            </a:r>
          </a:p>
          <a:p/>
          <a:p>
            <a:r>
              <a:t>**(재미있는 미리보기)** 여기서 하나만 더 해볼게요. `kubectl delete pod {파드 이름 중 하나}`로 Pod</a:t>
            </a:r>
          </a:p>
          <a:p>
            <a:r>
              <a:t>하나를 강제로 지워보세요. 그리고 `kubectl get pods`를 다시 쳐보시면 — 신기하게도 다시 2개로 돌아와</a:t>
            </a:r>
          </a:p>
          <a:p>
            <a:r>
              <a:t>있을 겁니다! 이게 아까 말씀드린 '선언적 관리'가 실제로 작동하는 모습이에요. 이 원리는 7주차</a:t>
            </a:r>
          </a:p>
          <a:p>
            <a:r>
              <a:t>'자가치유' 시간에 자세히 다룰 거예요, 오늘은 맛보기입니다."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**Deployment는 '항상 N개여야 한다'를 선언하면 K8s가 유지해준다**.</a:t>
            </a:r>
          </a:p>
          <a:p>
            <a:r>
              <a:t>둘째, **YAML은 apiVersion·kind·metadata·spec으로 원하는 상태를 적는 문서**다."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주 예고]</a:t>
            </a:r>
          </a:p>
          <a:p/>
          <a:p>
            <a:r>
              <a:t>"4주차 수고 많으셨습니다. 지금은 Pod가 여러 개 떠 있어도, 외부에서 어떻게 접속해야 할지 애매합니다.</a:t>
            </a:r>
          </a:p>
          <a:p>
            <a:r>
              <a:t>Pod마다 IP가 다르고, 죽었다 살아나면 IP도 바뀌거든요. 다음 5주차에서는 이 문제를 해결하는</a:t>
            </a:r>
          </a:p>
          <a:p>
            <a:r>
              <a:t>**Service**를 배웁니다.</a:t>
            </a:r>
          </a:p>
          <a:p/>
          <a:p>
            <a:r>
              <a:t>오늘 수업은 여기까지입니다. Killercoda와 VM 실습(자가치유 맛보기 포함) 모두 완료해서 제출해주시고,</a:t>
            </a:r>
          </a:p>
          <a:p>
            <a:r>
              <a:t>궁금한 점은 LMS Q&amp;A 게시판에 남겨주세요."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[4주차를 마치며]</a:t>
            </a:r>
          </a:p>
          <a:p/>
          <a:p>
            <a:r>
              <a:t>"(화면의 '수고하셨습니다!' 문구를 보며 짧게 마무리합니다.)</a:t>
            </a:r>
          </a:p>
          <a:p/>
          <a:p>
            <a:r>
              <a:t>4주차 수고 많으셨습니다! K8s가 왜 필요한지부터 Pod, Deployment까지 — Kubernetes의 첫 관문을</a:t>
            </a:r>
          </a:p>
          <a:p>
            <a:r>
              <a:t>잘 넘으셨습니다. 다음 주엔 오늘 살짝 언급한 접속 문제, Service를 배웁니다."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"YAML 문법이 너무 헷갈려요" | 정상입니다. 처음엔 제공된 템플릿을 그대로 복사해서 숫자·이름만 바꾸는 것부터 시작하고, 직접 처음부터 작성하는 건 나중 주차에서 점진적으로 늘려가면 됩니다(3단계 실습 구조: 따라하기→수정하기→스스로 작성). |</a:t>
            </a:r>
          </a:p>
          <a:p>
            <a:r>
              <a:t>| "replicas를 5로 바꾸면 어떻게 되나요?" | kubectl apply를 다시 실행하면 K8s가 현재 상태(2개)와 원하는 상태(5개)를 비교해서 부족한 3개를 추가로 만들어줍니다. 이것도 선언적 관리의 예시로 언급해도 좋습니다. |</a:t>
            </a:r>
          </a:p>
          <a:p>
            <a:r>
              <a:t>| "ReplicaSet을 직접 만들어야 하나요?" | 아니요, Deployment를 만들면 K8s가 ReplicaSet을 자동으로 만들어 관리해줍니다. 우리는 Deployment까지만 다루면 충분합니다.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Deployment로 Pod 자동 관리하기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YAML 작성 · kubectl apply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Deployment가 Pod를 어떻게 자동 관리하는지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YAML 파일의 기본 구조를 읽고 쓸 수 있다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Deployment YAML을 직접 작성해 클러스터에 배포한다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Deployment 선언 실행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minikube에 배포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Deployment란?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원하는 개수를 자동으로 유지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Deployment란?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선언하면 K8s가 유지해준다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"nginx Pod가 항상 2개 떠 있어야 한다"고 선언 (명령이 아니라 선언!)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Deployment가 내부적으로 ReplicaSet을 만들어 그 개수를 계속 감시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Pod 하나가 죽으면 ReplicaSet이 즉시 새 Pod를 만들어 개수를 다시 채움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'명령'이 아니라 '선언'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"지금 2개 만들어라"가 아니라 "항상 2개여야 한다" — 이게 K8s의 핵심 철학(선언적 관리)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YAML로 선언하기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apiVersion · kind · metadata · spec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YAML로 선언하기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YAML 기본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apiVersion — 어떤 버전의 K8s API를 쓸지 (Deployment는 apps/v1)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kind — 무엇을 만들지 (Deployment, Pod, Service 등)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metadata — 이름, 라벨 등 부가 정보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spec — 실제 원하는 상태를 적는 핵심 부분 (replicas, 이미지 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YAML로 선언하기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deployment.yaml 예시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apiVersion: apps/v1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kind: Deployment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metadata: name: myapp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spec: replicas: 2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spec.template.spec.containers: - name: myapp, image: nginx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Deployment 선언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get nodes  — 지난 시간 복습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deployment.yaml 작성 (replicas: 2, image: nginx)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apply -f deployment.yaml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get pods -w  — Pod 2개가 뜨는 과정을 실시간으로 관찰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— minikube에 배포 + 자가치유 맛보기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minikube start → kubectl apply -f deployment.yaml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get pods 로 2개 Running 확인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delete pod {파드이름 중 하나} 로 하나를 강제 삭제해보기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get pods 다시 확인 → 자동으로 새 Pod가 생겨 다시 2개인지 확인 (미리보기)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Deployment = "항상 N개여야 한다"를 선언하면 K8s가 유지해준다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YAML = apiVersion·kind·metadata·spec으로 원하는 상태를 적는 문서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5주차 — K8s Service와 내부 통신 네트워크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지금은 Pod가 여러 개라도 외부에서 어떻게 접속해야 할지 애매합니다. 다음 주엔 Service로 여러 Pod에 안정적으로 접속하는 방법을 배웁니다.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맑은 고딕"/>
              </a:rPr>
              <a:t>4주차를 마치며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수고하셨습니다!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9D3E6"/>
                </a:solidFill>
                <a:latin typeface="맑은 고딕"/>
              </a:rPr>
              <a:t>K8s 아키텍처부터 Pod, Deployment까지 — Kubernetes의 첫 관문을 잘 넘으셨습니다.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