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Kubernetes,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오케스트레이션 개념과 아키텍처 개관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컨테이너를 여러 개 운영할 때의 어려움을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Kubernetes(오케스트레이션)가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K8s의 큰 그림(Control Plane vs Node)을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멀티노드 클러스터 첫 접속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 기동 안내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오케스트레이션이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컨테이너가 100개라면?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컨테이너를 수동으로 관리한다면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여러 대에 컨테이너를 하나하나 docker run으로 배포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컨테이너가 죽으면? 누군가 직접 확인하고 다시 실행해야 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트래픽이 몰리면? 직접 컨테이너 개수를 늘려야 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한 대가 고장나면? 그 위 컨테이너를 다른 서버로 직접 옮겨야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컨테이너가 수십·수백 개라면?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손으로 관리하는 건 불가능하다 — 그래서 '자동으로' 관리해주는 도구가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Kubernetes란?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여러 대의 서버(노드)에 걸쳐 컨테이너를 자동으로 배포·관리하는 오케스트레이션 도구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"몇 개가 떠 있어야 한다"를 선언하면, K8s가 실제로 그 상태를 유지해줌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컨테이너가 죽으면 자동으로 다시 띄우고(자가치유), 트래픽에 맞춰 개수를 조절(오토스케일링)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구글이 사내에서 쓰던 시스템을 오픈소스로 공개한 것이 시초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 아키텍처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Control Plane과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K8s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클러스터의 큰 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클러스터 = 여러 대의 서버(노드)를 하나로 묶은 것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Control Plane = 클러스터 전체를 지휘하는 '두뇌'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Worker Node = 실제로 컨테이너(Pod)가 돌아가는 '일꾼'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우리는 minikube로 이 클러스터 전체를 내 VM 한 대 안에 압축해서 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클러스터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Control Plane (두뇌) — API Server · Scheduler · etcd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1 (일꾼)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2 (일꾼)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클러스터 첫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구동해 둔 멀티노드 K8s 클러스터에 접속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nodes  — 클러스터에 어떤 노드들이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cluster-info  — Control Plane 주소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지금은 명령어 결과를 눈으로 보는 것이 목표, 세부 문법은 다음 차시부터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minikube 기동 (설치 완료 상태)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VM(cloud-lab)에는 minikube가 이미 설치되어 있음 (별도 설치 불필요)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 — 로컬 1노드 클러스터 기동 (첫 실행은 1~2분 소요될 수 있음)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nodes  — Ready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차시부터 이 클러스터를 계속 사용하니 minikube start만 미리 해두기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K8s = 컨테이너를 자동으로 배포·관리해주는 오케스트레이션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클러스터 = Control Plane(두뇌) + Worker Node(일꾼)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K8s에서 가장 작은 배포 단위인 Pod 개념을 배우고, 첫 Pod를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