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데이터 영속성 심화 —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Named Volume vs Bind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실시간 반영 확인 · 두 방식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Bind Mount의 실시간 반영을 직접 눈으로 확인한다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Named Volume 개념을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Bind Mount와 Named Volume을 상황에 맞게 구분해서 쓸 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2주차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실시간 반영 확인 실습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 과제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데이터 영속성, 눈으로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HTML 수정 → 실시간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데이터 영속성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Mount의 진짜 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시간 webvol 컨테이너는 계속 실행 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VM의 ~/html/index.html 파일만 새로 덮어쓰면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컨테이너를 재시작하지 않아도 웹 화면이 즉시 바뀐다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🔎  왜 즉시 반영될까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Bind Mount는 '복사'가 아니라 '연결'이기 때문 — 같은 파일을 컨테이너와 VM이 함께 보고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Docker가 직접 관리하는 저장 공간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Named Volume이란?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volume create로 만드는, Docker가 직접 관리하는 저장 공간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VM의 어느 경로인지 신경 쓸 필요 없이 이름으로만 다룸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run -v {볼륨이름}:{컨테이너 경로} 형태로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VM: Docker가 내부적으로 관리하는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↕  (Named Volume)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Bind Mount vs Named Volume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Bind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Named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경로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내가 직접 VM 경로 지정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Docker가 알아서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용도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VM의 특정 파일을 직접 다룰 때 (예: 소스코드)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전용 데이터 저장 (예: DB)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이식성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 경로 구조에 의존적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volume 명령으로 백업·이동 용이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2452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22452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사용법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-v ~/html:/path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-v myvolume:/path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실시간 반영 + Named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'&lt;h1&gt;Updated!&lt;/h1&gt;' &gt; ~/html/index.html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localhost:8080  →  "Updated!"로 바뀐 것 확인 (컨테이너 재시작 없이!)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volume create mydata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-v mydata:/usr/share/nginx/html --name webvol2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VM에서 webvol의 index.html을 수정하고 즉시 반영되는지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volume create + Named Volume 컨테이너 실행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2주차 전체 과제(1~3차시)를 정리해서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Mount는 파일을 '복사'가 아니라 '연결'해서 실시간 반영된다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Bind Mount = 내가 경로 관리 / Named Volume = Docker가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— Dockerfile 기반 이미지 빌드 및 Docker Hub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이미 만들어진 이미지(nginx)만 썼습니다. 다음 주엔 Dockerfile로 나만의 이미지를 직접 만들고 Docker Hub에 올려봅니다. 이때 GitHub·Docker Hub 계정이 필요하니, 미리 가입해두면 좋습니다(가입 안내는 3주차 1차시에 다시 드립니다).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