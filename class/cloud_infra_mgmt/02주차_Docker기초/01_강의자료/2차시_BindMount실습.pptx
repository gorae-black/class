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"2주차 2차시를 시작하겠습니다.</a:t>
            </a:r>
          </a:p>
          <a:p/>
          <a:p>
            <a:r>
              <a:t>지난 시간에 컨테이너를 stop하고 rm으로 지우는 걸 배웠는데요, 혹시 이런 생각 안 드셨나요? '컨테이너</a:t>
            </a:r>
          </a:p>
          <a:p>
            <a:r>
              <a:t>안에 파일을 저장해뒀는데, 지우면 그것도 같이 사라지는 거 아닌가?' 맞습니다. 오늘은 그 문제를</a:t>
            </a:r>
          </a:p>
          <a:p>
            <a:r>
              <a:t>**Bind Mount**라는 기술로 해결하는 방법을 배웁니다."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컨테이너를 지우면 왜 데이터가 사라지는지 정확히 설명하고,</a:t>
            </a:r>
          </a:p>
          <a:p>
            <a:r>
              <a:t>둘째, Bind Mount 개념을 이해하고,</a:t>
            </a:r>
          </a:p>
          <a:p>
            <a:r>
              <a:t>셋째 — 오늘 직접 해볼 건데 — `-v` 옵션으로 VM 디렉토리와 컨테이너를 직접 연결해봅니다."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"오늘도 25분 개념 설명, 15분 Killercoda 실습, 5분 VM 안내, 5분 결과 제출 순서입니다.</a:t>
            </a:r>
          </a:p>
          <a:p/>
          <a:p>
            <a:r>
              <a:t>**(중요 공지)** 오늘 만드는 컨테이너는 다음 3차시에도 이어서 쓸 거예요. 실습이 끝나도 컨테이너를</a:t>
            </a:r>
          </a:p>
          <a:p>
            <a:r>
              <a:t>지우지 마시고 그대로 두세요."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컨테이너 데이터의 문제]</a:t>
            </a:r>
          </a:p>
          <a:p/>
          <a:p>
            <a:r>
              <a:t>"먼저 문제 상황부터 정확히 짚고 넘어가겠습니다."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[컨테이너 안 데이터는 왜 사라질까]</a:t>
            </a:r>
          </a:p>
          <a:p/>
          <a:p>
            <a:r>
              <a:t>"컨테이너의 파일시스템은 그 컨테이너 자신에게 속해 있습니다. 지난 시간에 배운 대로 `docker rm`은</a:t>
            </a:r>
          </a:p>
          <a:p>
            <a:r>
              <a:t>컨테이너를 완전히 제거하는 명령어였죠. 컨테이너가 사라지면, 그 안에 저장했던 파일도 함께 사라집니다.</a:t>
            </a:r>
          </a:p>
          <a:p/>
          <a:p>
            <a:r>
              <a:t>**(실무 연결, 강조)** 이게 실무에서는 꽤 치명적인 문제입니다. 예를 들어 웹 서버 컨테이너를 새 버전으로</a:t>
            </a:r>
          </a:p>
          <a:p>
            <a:r>
              <a:t>재배포할 때마다 사용자들이 올린 데이터가 전부 날아간다면, 그 서비스는 아예 운영이 불가능하겠죠."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Bind Mount]</a:t>
            </a:r>
          </a:p>
          <a:p/>
          <a:p>
            <a:r>
              <a:t>"이 문제를 해결하는 첫 번째 방법, Bind Mount를 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[Bind Mount란?]</a:t>
            </a:r>
          </a:p>
          <a:p/>
          <a:p>
            <a:r>
              <a:t>"Bind Mount는 **VM(호스트)의 특정 디렉토리를 컨테이너 내부의 특정 경로에 그대로 연결**하는 기능입니다.</a:t>
            </a:r>
          </a:p>
          <a:p/>
          <a:p>
            <a:r>
              <a:t>그림을 보시면, 왼쪽이 VM의 `~/html` 디렉토리, 오른쪽이 컨테이너 안의 `/usr/share/nginx/html` 경로인데,</a:t>
            </a:r>
          </a:p>
          <a:p>
            <a:r>
              <a:t>이 둘이 화살표로 연결되어 있죠. 이렇게 연결하면 컨테이너 안에서 그 경로에 파일을 쓰는 것 = VM에 실제</a:t>
            </a:r>
          </a:p>
          <a:p>
            <a:r>
              <a:t>파일이 저장되는 것과 똑같아집니다.</a:t>
            </a:r>
          </a:p>
          <a:p/>
          <a:p>
            <a:r>
              <a:t>**(핵심)** 그래서 컨테이너를 지워도, VM에 있는 원본 데이터는 전혀 영향을 받지 않고 그대로 남습니다."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[-v 옵션 문법]</a:t>
            </a:r>
          </a:p>
          <a:p/>
          <a:p>
            <a:r>
              <a:t>"문법은 이렇습니다. `docker run -v {VM 경로}:{컨테이너 경로} {이미지}`.</a:t>
            </a:r>
          </a:p>
          <a:p/>
          <a:p>
            <a:r>
              <a:t>콜론(:)을 기준으로 왼쪽이 VM 쪽 경로, 오른쪽이 컨테이너 안의 경로입니다. 예를 들어</a:t>
            </a:r>
          </a:p>
          <a:p>
            <a:r>
              <a:t>`-v ~/html:/usr/share/nginx/html`이라고 하면, VM의 `~/html` 폴더가 컨테이너 안의</a:t>
            </a:r>
          </a:p>
          <a:p>
            <a:r>
              <a:t>`/usr/share/nginx/html`에 연결됩니다.</a:t>
            </a:r>
          </a:p>
          <a:p/>
          <a:p>
            <a:r>
              <a:t>**(nginx 동작 설명)** nginx라는 웹 서버는 원래 `/usr/share/nginx/html` 안에 있는 파일들을 웹 페이지로</a:t>
            </a:r>
          </a:p>
          <a:p>
            <a:r>
              <a:t>보여주도록 만들어져 있습니다. 그래서 이 경로를 Bind Mount로 연결하면, VM에서 HTML 파일을 수정하는 것만</a:t>
            </a:r>
          </a:p>
          <a:p>
            <a:r>
              <a:t>으로 웹 화면을 바꿀 수 있게 되는 거예요."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[Killercoda — Bind Mount 실습]</a:t>
            </a:r>
          </a:p>
          <a:p/>
          <a:p>
            <a:r>
              <a:t>"자, 직접 해보겠습니다. 네 단계입니다.</a:t>
            </a:r>
          </a:p>
          <a:p/>
          <a:p>
            <a:r>
              <a:t>`mkdir -p ~/html`로 폴더를 만들고, `echo '&lt;h1&gt;Hello Cloud!&lt;/h1&gt;' &gt; ~/html/index.html`로 간단한 HTML</a:t>
            </a:r>
          </a:p>
          <a:p>
            <a:r>
              <a:t>파일을 하나 만듭니다. 그다음 `docker run -d -p 8080:80 -v ~/html:/usr/share/nginx/html --name webvol nginx`로</a:t>
            </a:r>
          </a:p>
          <a:p>
            <a:r>
              <a:t>컨테이너를 실행하는데, `-p 8080:80`은 VM의 8080번 포트를 컨테이너의 80번 포트에 연결하는 겁니다.</a:t>
            </a:r>
          </a:p>
          <a:p/>
          <a:p>
            <a:r>
              <a:t>마지막으로 `curl localhost:8080`을 쳐서 방금 만든 'Hello Cloud!'가 출력되는지 확인하세요.</a:t>
            </a:r>
          </a:p>
          <a:p/>
          <a:p>
            <a:r>
              <a:t>**(화면 공유해 실제로 시연)** 제가 먼저 보여드릴게요."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과제 — 동일 실습]</a:t>
            </a:r>
          </a:p>
          <a:p/>
          <a:p>
            <a:r>
              <a:t>"개인 VM에서 같은 4단계를 동일하게 수행해보세요.</a:t>
            </a:r>
          </a:p>
          <a:p/>
          <a:p>
            <a:r>
              <a:t>`curl localhost:8080` 결과 화면을 캡처해서 LMS 과제 게시판에 제출하시고, **컨테이너는 지우지 말고 그대로</a:t>
            </a:r>
          </a:p>
          <a:p>
            <a:r>
              <a:t>두세요.** 다음 3차시에 이 `webvol` 컨테이너를 그대로 이어서 사용할 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**컨테이너를 지우면 그 안의 데이터도 함께 사라진다**.</a:t>
            </a:r>
          </a:p>
          <a:p>
            <a:r>
              <a:t>둘째, **Bind Mount로 VM 디렉토리와 컨테이너를 연결하면 데이터가 VM에 안전하게 남는다**."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차시 예고]</a:t>
            </a:r>
          </a:p>
          <a:p/>
          <a:p>
            <a:r>
              <a:t>"다음 3차시에서는 오늘 만든 `webvol` 컨테이너의 HTML 파일을 수정했을 때 웹 화면에 실시간으로 반영되는지</a:t>
            </a:r>
          </a:p>
          <a:p>
            <a:r>
              <a:t>직접 확인하고, Bind Mount와 비슷하지만 다른 방식인 **Named Volume**을 비교해보겠습니다.</a:t>
            </a:r>
          </a:p>
          <a:p/>
          <a:p>
            <a:r>
              <a:t>오늘 수업은 여기까지입니다. Killercoda와 VM 실습 모두 완료해서 제출해주시고, 궁금한 점은 LMS Q&amp;A</a:t>
            </a:r>
          </a:p>
          <a:p>
            <a:r>
              <a:t>게시판에 남겨주세요. 수고하셨습니다!"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"-v 옵션의 왼쪽 경로가 없으면 어떻게 되나요?" | Bind Mount의 경우 VM 쪽 경로가 반드시 미리 존재해야 합니다(mkdir로 먼저 만든 이유입니다). 없으면 오류가 나거나 빈 디렉토리로 새로 생성될 수 있어 혼란스러우니, 항상 먼저 만들어두는 습관을 강조하세요. |</a:t>
            </a:r>
          </a:p>
          <a:p>
            <a:r>
              <a:t>| "포트 8080:80은 왜 필요한가요?" | 컨테이너는 기본적으로 격리되어 있어 외부에서 바로 접속할 수 없습니다. -p로 VM의 특정 포트를 컨테이너 포트에 연결해야 curl이나 브라우저로 접속할 수 있습니다. |</a:t>
            </a:r>
          </a:p>
          <a:p>
            <a:r>
              <a:t>| "VM 파일을 직접 지우면 컨테이너에서도 사라지나요?" | 네. Bind Mount는 양방향으로 실시간 연결되어 있어서, VM에서 지우면 컨테이너에서도 즉시 사라지고, 반대도 마찬가지입니다.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2주차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Bind Mount로 데이터 지키기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컨테이너와 VM 디렉토리를 연결하는 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컨테이너를 지우면 데이터가 왜 사라지는지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Bind Mount 개념을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-v 옵션으로 VM 디렉토리와 컨테이너를 직접 연결해본다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Bind Mount 실습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VM에서 동일 실습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2차시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컨테이너 데이터의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지우면 사라진다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컨테이너 데이터의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컨테이너 안 데이터는 왜 사라질까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컨테이너의 파일시스템은 컨테이너 자신에게 속함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지난 시간에 배운 대로, docker rm은 그 컨테이너를 완전히 제거함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컨테이너가 사라지면 그 안에 쓴 파일도 함께 사라짐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❗  실무에서는 치명적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웹 서버 컨테이너를 재배포할 때마다 사용자 데이터가 날아간다면 서비스가 불가능하다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2차시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Bind Mount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VM 디렉토리를 컨테이너에 연결하기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Bind Mount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Bind Mount란?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VM(호스트)의 특정 디렉토리를 컨테이너 내부 경로에 그대로 연결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컨테이너에서 그 경로에 쓴 파일 = VM에 실제로 저장된 파일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컨테이너를 지워도 VM에 있는 원본 데이터는 그대로 남음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연결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VM: ~/html 디렉토리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↕  (Bind Mount)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컨테이너: /usr/share/nginx/html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2차시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Bind Mount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-v 옵션 문법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docker run -v {VM 경로}:{컨테이너 경로} {이미지}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예: -v ~/html:/usr/share/nginx/html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콜론(:) 왼쪽 = VM 쪽 경로, 오른쪽 = 컨테이너 안 경로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nginx는 /usr/share/nginx/html 안의 파일을 웹 페이지로 보여줌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Bind Mount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mkdir -p ~/html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echo '&lt;h1&gt;Hello Cloud!&lt;/h1&gt;' &gt; ~/html/index.html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docker run -d -p 8080:80 -v ~/html:/usr/share/nginx/html --name webvol nginx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curl localhost:8080  →  "Hello Cloud!" 출력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과제 — 동일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개인 VM에서 위 4단계를 동일하게 수행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curl 결과 화면 캡처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LMS 과제 게시판에 제출 (다음 3차시에 이어서 실습 예정 — 컨테이너 지우지 말고 그대로 두기)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컨테이너를 지우면 그 안의 데이터도 함께 사라진다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Bind Mount로 VM 디렉토리와 컨테이너를 연결하면 데이터가 VM에 남는다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2주차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오늘 만든 webvol 컨테이너로 HTML 파일을 수정하면 웹 화면에 실시간으로 반영되는지 확인하고, Named Volume과 Bind Mount를 비교합니다.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