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Bind Mount로 데이터 지키기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컨테이너와 VM 디렉토리를 연결하는 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컨테이너를 지우면 데이터가 왜 사라지는지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Bind Mount 개념을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-v 옵션으로 VM 디렉토리와 컨테이너를 직접 연결해본다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2주차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Bind Mount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컨테이너 데이터의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지우면 사라진다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 데이터의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안 데이터는 왜 사라질까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컨테이너의 파일시스템은 컨테이너 자신에게 속함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지난 시간에 배운 대로, docker rm은 그 컨테이너를 완전히 제거함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컨테이너가 사라지면 그 안에 쓴 파일도 함께 사라짐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❗  실무에서는 치명적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웹 서버 컨테이너를 재배포할 때마다 사용자 데이터가 날아간다면 서비스가 불가능하다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Bind 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VM 디렉토리를 컨테이너에 연결하기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Bind 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Bind Mount란?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VM(호스트)의 특정 디렉토리를 컨테이너 내부 경로에 그대로 연결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컨테이너에서 그 경로에 쓴 파일 = VM에 실제로 저장된 파일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컨테이너를 지워도 VM에 있는 원본 데이터는 그대로 남음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연결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VM: ~/html 디렉토리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 (Bind Mount)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컨테이너: /usr/share/nginx/html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Bind 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-v 옵션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-v {VM 경로}:{컨테이너 경로} {이미지}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-v ~/html:/usr/share/nginx/html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콜론(:) 왼쪽 = VM 쪽 경로, 오른쪽 = 컨테이너 안 경로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nginx는 /usr/share/nginx/html 안의 파일을 웹 페이지로 보여줌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Bind Mount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mkdir -p ~/html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echo '&lt;h1&gt;Hello Cloud!&lt;/h1&gt;' &gt; ~/html/index.html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-p 8080:80 -v ~/html:/usr/share/nginx/html --name webvol 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localhost:8080  →  "Hello Cloud!" 출력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위 4단계를 동일하게 수행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결과 화면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LMS 과제 게시판에 제출 (다음 3차시에 이어서 실습 예정 — 컨테이너 지우지 말고 그대로 두기)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컨테이너를 지우면 그 안의 데이터도 함께 사라진다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Bind Mount로 VM 디렉토리와 컨테이너를 연결하면 데이터가 VM에 남는다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webvol 컨테이너로 HTML 파일을 수정하면 웹 화면에 실시간으로 반영되는지 확인하고, Named Volume과 Bind Mount를 비교합니다.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