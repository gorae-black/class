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"2주차 마지막 시간, 3차시를 시작하겠습니다.</a:t>
            </a:r>
          </a:p>
          <a:p/>
          <a:p>
            <a:r>
              <a:t>지난 시간에 만든 `webvol` 컨테이너, 다들 그대로 두셨죠? 오늘은 그 컨테이너의 HTML 파일을 수정하면</a:t>
            </a:r>
          </a:p>
          <a:p>
            <a:r>
              <a:t>컨테이너를 재시작하지 않아도 웹 화면이 바로 바뀌는 걸 직접 확인하고, Bind Mount와는 조금 다른 방식인</a:t>
            </a:r>
          </a:p>
          <a:p>
            <a:r>
              <a:t>**Named Volume**을 배워보겠습니다."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Bind Mount의 실시간 반영을 직접 눈으로 확인하고,</a:t>
            </a:r>
          </a:p>
          <a:p>
            <a:r>
              <a:t>둘째, Named Volume 개념을 이해하고,</a:t>
            </a:r>
          </a:p>
          <a:p>
            <a:r>
              <a:t>셋째, Bind Mount와 Named Volume을 상황에 맞게 골라 쓸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 실습, 5분 VM 안내, 5분 결과 제출입니다. 오늘이 2주차 마지막</a:t>
            </a:r>
          </a:p>
          <a:p>
            <a:r>
              <a:t>시간이니, 실습 끝나면 1~3차시 과제를 한 번에 정리해서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데이터 영속성, 눈으로 확인하기]</a:t>
            </a:r>
          </a:p>
          <a:p/>
          <a:p>
            <a:r>
              <a:t>"자, 먼저 지난 시간 만든 컨테이너로 바로 실험해보겠습니다."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[Bind Mount의 진짜 힘]</a:t>
            </a:r>
          </a:p>
          <a:p/>
          <a:p>
            <a:r>
              <a:t>"지난 시간 `webvol` 컨테이너는 지금도 계속 실행 중입니다. 이제 VM의 `~/html/index.html` 파일만</a:t>
            </a:r>
          </a:p>
          <a:p>
            <a:r>
              <a:t>새로운 내용으로 덮어쓰면 어떻게 될까요?</a:t>
            </a:r>
          </a:p>
          <a:p/>
          <a:p>
            <a:r>
              <a:t>정답은 — **컨테이너를 재시작하지 않아도 웹 화면이 즉시 바뀝니다.**</a:t>
            </a:r>
          </a:p>
          <a:p/>
          <a:p>
            <a:r>
              <a:t>**(원리 설명)** 왜 그럴까요? Bind Mount는 파일을 '복사'하는 게 아니라 '연결'하는 것이기 때문입니다.</a:t>
            </a:r>
          </a:p>
          <a:p>
            <a:r>
              <a:t>VM의 파일과 컨테이너가 보는 파일이 사실은 완전히 같은 파일이에요. 그러니 VM에서 수정하는 순간</a:t>
            </a:r>
          </a:p>
          <a:p>
            <a:r>
              <a:t>컨테이너에서도 똑같이 바뀐 걸로 보이는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Named Volume]</a:t>
            </a:r>
          </a:p>
          <a:p/>
          <a:p>
            <a:r>
              <a:t>"이제 Bind Mount와는 조금 다른 방식, Named Volume을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[Named Volume이란?]</a:t>
            </a:r>
          </a:p>
          <a:p/>
          <a:p>
            <a:r>
              <a:t>"Named Volume은 `docker volume create`로 만드는, **Docker가 직접 관리하는 저장 공간**입니다.</a:t>
            </a:r>
          </a:p>
          <a:p/>
          <a:p>
            <a:r>
              <a:t>Bind Mount는 우리가 VM의 정확한 경로(`~/html` 같은)를 직접 지정해야 했죠. Named Volume은 그럴 필요</a:t>
            </a:r>
          </a:p>
          <a:p>
            <a:r>
              <a:t>없이, 그냥 이름 하나로 다룹니다. `docker run -v {볼륨이름}:{컨테이너 경로}` 형태로 씁니다.</a:t>
            </a:r>
          </a:p>
          <a:p/>
          <a:p>
            <a:r>
              <a:t>실제로 그 데이터가 VM 어디에 저장되는지는 Docker가 알아서 관리하고, 우리는 신경 쓸 필요가 없습니다."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[Bind Mount vs Named Volume]</a:t>
            </a:r>
          </a:p>
          <a:p/>
          <a:p>
            <a:r>
              <a:t>"표로 비교해보겠습니다.</a:t>
            </a:r>
          </a:p>
          <a:p/>
          <a:p>
            <a:r>
              <a:t>경로 관리: Bind Mount는 내가 직접 VM 경로를 지정하지만, Named Volume은 Docker가 알아서 관리합니다.</a:t>
            </a:r>
          </a:p>
          <a:p>
            <a:r>
              <a:t>용도: Bind Mount는 VM의 특정 파일(예: 소스코드)을 직접 다룰 때 좋고, Named Volume은 데이터베이스처럼</a:t>
            </a:r>
          </a:p>
          <a:p>
            <a:r>
              <a:t>'컨테이너 전용' 데이터를 저장할 때 주로 씁니다.</a:t>
            </a:r>
          </a:p>
          <a:p>
            <a:r>
              <a:t>이식성: Named Volume은 `docker volume` 명령으로 백업하거나 다른 곳으로 옮기기가 더 쉽습니다.</a:t>
            </a:r>
          </a:p>
          <a:p/>
          <a:p>
            <a:r>
              <a:t>**(실무 감각)** 지금 단계에서는 '둘 다 있다' 정도로 기억해두시면 됩니다. 6주차에 MySQL 데이터베이스를</a:t>
            </a:r>
          </a:p>
          <a:p>
            <a:r>
              <a:t>다룰 때 이 Named Volume 개념이 다시 나오니, 오늘 이름 정도는 기억해두세요."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실시간 반영 + Named Volume]</a:t>
            </a:r>
          </a:p>
          <a:p/>
          <a:p>
            <a:r>
              <a:t>"자, 직접 확인해보겠습니다.</a:t>
            </a:r>
          </a:p>
          <a:p/>
          <a:p>
            <a:r>
              <a:t>`echo '&lt;h1&gt;Updated!&lt;/h1&gt;' &gt; ~/html/index.html`로 파일을 덮어쓰고, `curl localhost:8080`을 다시</a:t>
            </a:r>
          </a:p>
          <a:p>
            <a:r>
              <a:t>쳐보세요. 컨테이너를 재시작하지 않았는데도 'Updated!'로 바뀐 게 보이시죠?</a:t>
            </a:r>
          </a:p>
          <a:p/>
          <a:p>
            <a:r>
              <a:t>이번엔 Named Volume을 만들어보겠습니다. `docker volume create mydata`로 볼륨을 만들고,</a:t>
            </a:r>
          </a:p>
          <a:p>
            <a:r>
              <a:t>`docker run -d -v mydata:/usr/share/nginx/html --name webvol2 nginx`로 새 컨테이너를 실행해보세요."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과제 제출]</a:t>
            </a:r>
          </a:p>
          <a:p/>
          <a:p>
            <a:r>
              <a:t>"개인 VM에서 오늘 실습을 동일하게 수행하세요.</a:t>
            </a:r>
          </a:p>
          <a:p/>
          <a:p>
            <a:r>
              <a:t>`webvol`의 index.html을 수정하고 즉시 반영되는 걸 캡처하고, Named Volume으로 만든 `webvol2` 컨테이너</a:t>
            </a:r>
          </a:p>
          <a:p>
            <a:r>
              <a:t>실행 결과도 캡처하세요.</a:t>
            </a:r>
          </a:p>
          <a:p/>
          <a:p>
            <a:r>
              <a:t>**(주차 마무리 안내)** 오늘이 2주차 마지막 시간이니, 1차시(생명주기 명령어)·2차시(Bind Mount)·3차시</a:t>
            </a:r>
          </a:p>
          <a:p>
            <a:r>
              <a:t>(오늘) 실습 결과를 한 번에 정리해서 LMS 과제 게시판에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**Bind Mount는 파일을 '복사'가 아니라 '연결'해서 실시간으로 반영된다**.</a:t>
            </a:r>
          </a:p>
          <a:p>
            <a:r>
              <a:t>둘째, **Bind Mount는 내가 경로를 관리하고, Named Volume은 Docker가 관리한다**."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주 예고]</a:t>
            </a:r>
          </a:p>
          <a:p/>
          <a:p>
            <a:r>
              <a:t>"2주차 수고 많으셨습니다. 지금까지 우리는 nginx처럼 이미 만들어진 이미지만 사용했습니다. 다음 3주차</a:t>
            </a:r>
          </a:p>
          <a:p>
            <a:r>
              <a:t>에서는 **Dockerfile**로 나만의 이미지를 직접 만들고, 그걸 Docker Hub라는 저장소에 올려서 다른 사람과</a:t>
            </a:r>
          </a:p>
          <a:p>
            <a:r>
              <a:t>공유하는 방법을 배웁니다. 처음으로 여러분만의 이미지를 만들어보는 시간이니 기대해주세요.</a:t>
            </a:r>
          </a:p>
          <a:p/>
          <a:p>
            <a:r>
              <a:t>**(계정 준비 예고)** 그리고 한 가지 미리 안내드릴게요 — 다음 주부터 **GitHub 계정과 Docker Hub</a:t>
            </a:r>
          </a:p>
          <a:p>
            <a:r>
              <a:t>계정**이 필요합니다. 0주차에서 한 번 예고해드렸었죠. 아직 안 만드신 분은 이번 주 중에 미리</a:t>
            </a:r>
          </a:p>
          <a:p>
            <a:r>
              <a:t>가입해두시면 좋고, 못 하셨더라도 3주차 1차시에 가입 방법을 다시 단계별로 안내해드리니 너무 걱정하지</a:t>
            </a:r>
          </a:p>
          <a:p>
            <a:r>
              <a:t>않으셔도 됩니다.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[2주차를 마치며]</a:t>
            </a:r>
          </a:p>
          <a:p/>
          <a:p>
            <a:r>
              <a:t>"(화면의 '수고하셨습니다!' 문구를 보며 짧게 마무리합니다.)</a:t>
            </a:r>
          </a:p>
          <a:p/>
          <a:p>
            <a:r>
              <a:t>2주차 수고 많으셨습니다! 컨테이너 명령어부터 Bind Mount, Named Volume까지 — 이제 여러분은 컨테이너</a:t>
            </a:r>
          </a:p>
          <a:p>
            <a:r>
              <a:t>안 데이터를 어떻게 다뤄야 하는지 직접 손으로 익히셨습니다. 다음 주엔 나만의 이미지를 처음 만들어봅니다."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"그럼 항상 Named Volume만 쓰면 되는 거 아닌가요?" | 상황에 따라 다릅니다. 소스코드처럼 VM에서 직접 편집기로 열어봐야 하는 파일은 Bind Mount가 편리하고, DB 데이터처럼 굳이 직접 건드릴 일이 없는 데이터는 Named Volume이 관리하기 편합니다. |</a:t>
            </a:r>
          </a:p>
          <a:p>
            <a:r>
              <a:t>| "docker volume create 안 하고 -v로 바로 이름만 써도 되나요?" | 네, docker run에서 존재하지 않는 이름으로 -v를 쓰면 Docker가 자동으로 Named Volume을 만들어줍니다. 다만 명시적으로 create를 먼저 하면 어떤 볼륨이 있는지 관리하기 더 쉽습니다. |</a:t>
            </a:r>
          </a:p>
          <a:p>
            <a:r>
              <a:t>| "이번 주 과제를 다 못 끝냈어요" | 1~3차시 과제는 각각 독립적으로 제출 가능합니다. 우선 완료한 것부터 제출하고, 나머지는 LMS 마감 기한 내에 이어서 제출하도록 안내하세요.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2주차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영속성 심화 —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Named Volume vs Bind Mount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실시간 반영 확인 · 두 방식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Bind Mount의 실시간 반영을 직접 눈으로 확인한다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Named Volume 개념을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Bind Mount와 Named Volume을 상황에 맞게 구분해서 쓸 수 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2주차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실시간 반영 확인 실습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 과제 제출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2주차 3차시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영속성, 눈으로 확인하기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HTML 수정 → 실시간 반영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데이터 영속성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Bind Mount의 진짜 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지난 시간 webvol 컨테이너는 계속 실행 중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VM의 ~/html/index.html 파일만 새로 덮어쓰면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컨테이너를 재시작하지 않아도 웹 화면이 즉시 바뀐다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🔎  왜 즉시 반영될까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Bind Mount는 '복사'가 아니라 '연결'이기 때문 — 같은 파일을 컨테이너와 VM이 함께 보고 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2주차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Named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Docker가 직접 관리하는 저장 공간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Named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Named Volume이란?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volume create로 만드는, Docker가 직접 관리하는 저장 공간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VM의 어느 경로인지 신경 쓸 필요 없이 이름으로만 다룸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run -v {볼륨이름}:{컨테이너 경로} 형태로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연결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VM: Docker가 내부적으로 관리하는 영역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↕  (Named Volume)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컨테이너: /usr/share/nginx/html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2주차 3차시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07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Named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Bind Mount vs Named Volume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377440" cy="62179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3774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4206240" cy="621792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Bind Mount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737360"/>
            <a:ext cx="4206240" cy="6217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Named Volume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59152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359152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경로 관리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59152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359152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내가 직접 VM 경로 지정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59152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359152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Docker가 알아서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980944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980944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980944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980944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VM의 특정 파일을 직접 다룰 때 (예: 소스코드)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980944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980944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컨테이너 전용 데이터 저장 (예: DB)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602736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602736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이식성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602736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602736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 경로 구조에 의존적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602736"/>
            <a:ext cx="42062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602736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volume 명령으로 백업·이동 용이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224528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224528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사용법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224528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4224528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-v ~/html:/path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224528"/>
            <a:ext cx="42062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7" y="4224528"/>
            <a:ext cx="3986783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-v myvolume:/path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2주차 3차시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— 실시간 반영 + Named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echo '&lt;h1&gt;Updated!&lt;/h1&gt;' &gt; ~/html/index.html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curl localhost:8080  →  "Updated!"로 바뀐 것 확인 (컨테이너 재시작 없이!)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volume create mydata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run -d -v mydata:/usr/share/nginx/html --name webvol2 nginx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과제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VM에서 webvol의 index.html을 수정하고 즉시 반영되는지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volume create + Named Volume 컨테이너 실행 결과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2주차 전체 과제(1~3차시)를 정리해서 LMS 과제 게시판에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Bind Mount는 파일을 '복사'가 아니라 '연결'해서 실시간 반영된다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Bind Mount = 내가 경로 관리 / Named Volume = Docker가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3주차 — Dockerfile 기반 이미지 빌드 및 Docker Hub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지금까지는 이미 만들어진 이미지(nginx)만 썼습니다. 다음 주엔 Dockerfile로 나만의 이미지를 직접 만들고 Docker Hub에 올려봅니다. 이때 GitHub·Docker Hub 계정이 필요하니, 미리 가입해두면 좋습니다(가입 안내는 3주차 1차시에 다시 드립니다).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2주차를 마치며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수고하셨습니다!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컨테이너 명령어와 데이터 영속성(Bind Mount·Named Volume)까지, 실전에서 꼭 필요한 감각을 다지셨습니다.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