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Docker 컨테이너 명령어 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생명주기 관리 · logs · exec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컨테이너의 생명주기(Created→Running→Stopped→Removed)를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run/ps/stop/start/rm 명령어로 컨테이너를 자유롭게 다룬다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logs·exec로 실행 중인 컨테이너 내부를 들여다본다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생명주기 명령어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컨테이너 생명주기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Created → Running → Stopped → Removed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컨테이너 생명주기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컨테이너는 상태를 가진다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create – 컨테이너를 만들지만 실행은 안 함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start – 만들어진 컨테이너 실행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run = create + start를 한 번에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stop – 실행 중인 컨테이너 정지 (파일은 유지)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rm – 정지된 컨테이너 완전 삭제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상태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Created (생성됨)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Running (실행 중)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Stopped (정지됨)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Removed (삭제됨)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컨테이너 생명주기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핵심 명령어 한눈에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237744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명령어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841248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8412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58568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5856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58568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58568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이미지로 새 컨테이너 생성+실행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25496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825496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 ps / ps -a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25496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825496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실행 중 / 전체(정지 포함) 컨테이너 목록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392424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392424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 stop {name}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392424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392424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실행 중인 컨테이너 정지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59352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5935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 start {name}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959352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959352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정지된 컨테이너 다시 실행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526280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526280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 rm {name}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526280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4526280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정지된 컨테이너 삭제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093208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9320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 rm -f {name}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5093208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5093208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실행 중이어도 강제로 즉시 삭제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컨테이너 내부 들여다보기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logs · exec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내부 들여다보기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logs와 exec, 언제 쓰나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logs {name} – 컨테이너가 출력한 로그(표준출력)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logs -f {name} – 로그를 실시간으로 계속 지켜보기 (follow)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exec -it {name} bash – 실행 중인 컨테이너 내부에 직접 들어가기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둘의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logs = 컨테이너 밖에서 출력만 구경하기 / exec = 컨테이너 안으로 직접 들어가서 확인하기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생명주기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--name web2 nginx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stop web2  →  docker ps -a 로 Exited 상태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start web2  →  다시 Up 상태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logs web2  /  docker exec -it web2 bash (컨테이너 안 진입, exit로 나오기)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동일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VM(cloud-lab)에서 위 명령어를 동일하게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ps -a 결과와 docker logs 출력을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LMS 과제 게시판에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컨테이너는 Created→Running→Stopped→Removed 상태를 가진다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logs = 밖에서 구경, exec = 안으로 직접 진입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2주차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지금까지는 컨테이너를 지우면 데이터도 함께 사라졌습니다. Bind Mount로 컨테이너 데이터를 VM에 영구 저장하는 방법을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