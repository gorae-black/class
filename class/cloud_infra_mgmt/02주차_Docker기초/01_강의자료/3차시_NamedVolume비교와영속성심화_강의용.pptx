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데이터 영속성 심화 —</a:t>
            </a:r>
          </a:p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Named Volume vs Bind Mount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실시간 반영 확인 · 두 방식 비교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0" y="5943600"/>
            <a:ext cx="18288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213D"/>
                </a:solidFill>
                <a:latin typeface="맑은 고딕"/>
              </a:rPr>
              <a:t>강의용(교수자 시연)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1.  Bind Mount의 실시간 반영을 직접 눈으로 확인한다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2.  Named Volume 개념을 이해한다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3.  Bind Mount와 Named Volume을 상황에 맞게 구분해서 쓸 수 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(60분)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7747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7747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907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907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25분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4907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30828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3670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63670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00830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Killercoda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00830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15분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0830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실시간 반영 확인 실습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16751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9593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49593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6753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VM 안내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6753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6753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VM 과제 제출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02675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551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3551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267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④ 결과 제출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2676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2676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데이터 영속성, 눈으로 확인하기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HTML 수정 → 실시간 반영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데이터 영속성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Bind Mount의 진짜 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지난 시간 webvol 컨테이너는 계속 실행 중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VM의 ~/html/index.html 파일만 새로 덮어쓰면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컨테이너를 재시작하지 않아도 웹 화면이 즉시 바뀐다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🔎  왜 즉시 반영될까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Bind Mount는 '복사'가 아니라 '연결'이기 때문 — 같은 파일을 컨테이너와 VM이 함께 보고 있음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Named Volume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Docker가 직접 관리하는 저장 공간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Named Volume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Named Volume이란?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docker volume create로 만드는, Docker가 직접 관리하는 저장 공간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VM의 어느 경로인지 신경 쓸 필요 없이 이름으로만 다룸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docker run -v {볼륨이름}:{컨테이너 경로} 형태로 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연결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VM: Docker가 내부적으로 관리하는 영역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↕  (Named Volume)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컨테이너: /usr/share/nginx/html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Named Volume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Bind Mount vs Named Volume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37360"/>
            <a:ext cx="2377440" cy="621792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23774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737360"/>
            <a:ext cx="4206240" cy="621792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737360"/>
            <a:ext cx="42062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Bind Mount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737360"/>
            <a:ext cx="4206240" cy="6217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737360"/>
            <a:ext cx="42062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Named Volume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359152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359152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경로 관리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359152"/>
            <a:ext cx="42062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359152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내가 직접 VM 경로 지정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359152"/>
            <a:ext cx="42062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7" y="2359152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Docker가 알아서 관리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980944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2980944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용도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980944"/>
            <a:ext cx="42062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2980944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VM의 특정 파일을 직접 다룰 때 (예: 소스코드)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2980944"/>
            <a:ext cx="42062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7" y="2980944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컨테이너 전용 데이터 저장 (예: DB)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602736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602736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이식성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602736"/>
            <a:ext cx="42062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602736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VM 경로 구조에 의존적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602736"/>
            <a:ext cx="42062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16367" y="3602736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docker volume 명령으로 백업·이동 용이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224528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4224528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사용법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4224528"/>
            <a:ext cx="42062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4224528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-v ~/html:/path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4224528"/>
            <a:ext cx="42062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7" y="4224528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-v myvolume:/path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실시간 반영 + Named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echo '&lt;h1&gt;Updated!&lt;/h1&gt;' &gt; ~/html/index.html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curl localhost:8080  →  "Updated!"로 바뀐 것 확인 (컨테이너 재시작 없이!)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volume create mydata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run -d -v mydata:/usr/share/nginx/html --name webvol2 nginx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과제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VM에서 webvol의 index.html을 수정하고 즉시 반영되는지 캡처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volume create + Named Volume 컨테이너 실행 결과 캡처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2주차 전체 과제(1~3차시)를 정리해서 LMS 과제 게시판에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Bind Mount는 파일을 '복사'가 아니라 '연결'해서 실시간 반영된다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Bind Mount = 내가 경로 관리 / Named Volume = Docker가 관리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3주차 — Dockerfile 기반 이미지 빌드 및 Docker Hub 배포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지금까지는 이미 만들어진 이미지(nginx)만 썼습니다. 다음 주엔 Dockerfile로 나만의 이미지를 직접 만들고 Docker Hub에 올려봅니다.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