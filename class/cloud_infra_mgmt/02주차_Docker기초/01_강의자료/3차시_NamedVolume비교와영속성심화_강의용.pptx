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 이때 GitHub·Docker Hub 계정이 필요하니, 미리 가입해두면 좋습니다(가입 안내는 3주차 1차시에 다시 드립니다).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