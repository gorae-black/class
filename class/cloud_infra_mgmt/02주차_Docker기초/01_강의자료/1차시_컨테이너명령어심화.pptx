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"2주차 1차시를 시작하겠습니다.</a:t>
            </a:r>
          </a:p>
          <a:p/>
          <a:p>
            <a:r>
              <a:t>1주차에서 컨테이너를 실행하고(`docker run`) 내부를 점검하는(`docker inspect`) 방법을 배웠죠. 그런데</a:t>
            </a:r>
          </a:p>
          <a:p>
            <a:r>
              <a:t>컨테이너를 실행만 할 줄 알아서는 부족합니다. 멈추고, 다시 켜고, 필요 없으면 지우는 것까지 자유롭게</a:t>
            </a:r>
          </a:p>
          <a:p>
            <a:r>
              <a:t>다룰 수 있어야 합니다. 오늘은 그 생명주기 명령어들을 다룹니다."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컨테이너가 어떤 상태들을 거치는지 이해하고,</a:t>
            </a:r>
          </a:p>
          <a:p>
            <a:r>
              <a:t>둘째, run/ps/stop/start/rm으로 컨테이너를 자유자재로 다루고,</a:t>
            </a:r>
          </a:p>
          <a:p>
            <a:r>
              <a:t>셋째, logs와 exec로 실행 중인 컨테이너 내부를 들여다봅니다."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"오늘도 25분 개념 설명, 15분 Killercoda 실습, 5분 VM 안내, 5분 결과 제출 순서로 진행합니다."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컨테이너 생명주기]</a:t>
            </a:r>
          </a:p>
          <a:p/>
          <a:p>
            <a:r>
              <a:t>"자, 컨테이너의 '일생'부터 살펴보겠습니다."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[컨테이너는 상태를 가진다]</a:t>
            </a:r>
          </a:p>
          <a:p/>
          <a:p>
            <a:r>
              <a:t>"컨테이너는 만들어지고(Created), 실행되고(Running), 멈추고(Stopped), 지워지는(Removed) 네 가지 상태를</a:t>
            </a:r>
          </a:p>
          <a:p>
            <a:r>
              <a:t>거칩니다.</a:t>
            </a:r>
          </a:p>
          <a:p/>
          <a:p>
            <a:r>
              <a:t>`docker create`는 컨테이너를 '만들기만' 하고 실행은 안 합니다. `docker start`가 그걸 실제로 실행시켜요.</a:t>
            </a:r>
          </a:p>
          <a:p>
            <a:r>
              <a:t>그런데 우리가 지금까지 써온 `docker run`은 사실 이 둘을 합친 거예요 — create + start를 한 번에 하는</a:t>
            </a:r>
          </a:p>
          <a:p>
            <a:r>
              <a:t>명령어입니다.</a:t>
            </a:r>
          </a:p>
          <a:p/>
          <a:p>
            <a:r>
              <a:t>`docker stop`은 실행 중인 컨테이너를 멈춥니다. **중요한 건 stop을 해도 컨테이너 자체와 그 안의 파일은</a:t>
            </a:r>
          </a:p>
          <a:p>
            <a:r>
              <a:t>사라지지 않는다는 것**입니다. 마치 컴퓨터를 끈 것과 비슷해요. 완전히 지우려면 `docker rm`을 써야 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[핵심 명령어 한눈에 보기]</a:t>
            </a:r>
          </a:p>
          <a:p/>
          <a:p>
            <a:r>
              <a:t>"표로 정리했습니다. `docker run`, `docker ps`(실행 중만) / `docker ps -a`(전체, 정지된 것도 포함),</a:t>
            </a:r>
          </a:p>
          <a:p>
            <a:r>
              <a:t>`docker stop`, `docker start`, `docker rm`, 그리고 실행 중이어도 강제로 바로 지우는 `docker rm -f`까지.</a:t>
            </a:r>
          </a:p>
          <a:p/>
          <a:p>
            <a:r>
              <a:t>**(실습 예고)** 오늘 실습에서 이 명령어들을 순서대로 직접 쳐볼 거예요."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컨테이너 내부 들여다보기]</a:t>
            </a:r>
          </a:p>
          <a:p/>
          <a:p>
            <a:r>
              <a:t>"이제 실행 중인 컨테이너 '안'을 들여다보는 방법을 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[logs와 exec, 언제 쓰나]</a:t>
            </a:r>
          </a:p>
          <a:p/>
          <a:p>
            <a:r>
              <a:t>"`docker logs {이름}`은 그 컨테이너가 지금까지 출력한 로그를 보여줍니다. `-f` 옵션을 붙이면 로그를</a:t>
            </a:r>
          </a:p>
          <a:p>
            <a:r>
              <a:t>실시간으로 계속 지켜볼 수 있어요 (follow).</a:t>
            </a:r>
          </a:p>
          <a:p/>
          <a:p>
            <a:r>
              <a:t>`docker exec -it {이름} bash`는 아예 그 컨테이너 '안으로' 직접 들어가는 명령어입니다. 마치 그 컨테이너</a:t>
            </a:r>
          </a:p>
          <a:p>
            <a:r>
              <a:t>안에 있는 리눅스에 SSH로 접속한 것처럼, 컨테이너 내부에서 명령어를 자유롭게 칠 수 있어요. 나올 때는</a:t>
            </a:r>
          </a:p>
          <a:p>
            <a:r>
              <a:t>`exit`을 치면 됩니다.</a:t>
            </a:r>
          </a:p>
          <a:p/>
          <a:p>
            <a:r>
              <a:t>**(비유로 정리)** logs는 '창문 너머로 구경하기'고, exec는 '문 열고 직접 들어가기'라고 생각하시면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생명주기 실습]</a:t>
            </a:r>
          </a:p>
          <a:p/>
          <a:p>
            <a:r>
              <a:t>"자, 직접 해보겠습니다.</a:t>
            </a:r>
          </a:p>
          <a:p/>
          <a:p>
            <a:r>
              <a:t>`docker run -d --name web2 nginx`로 컨테이너를 하나 새로 실행하고, `docker stop web2` 한 다음</a:t>
            </a:r>
          </a:p>
          <a:p>
            <a:r>
              <a:t>`docker ps -a`로 상태가 'Exited'로 바뀐 걸 확인하세요. 그다음 `docker start web2`로 다시 켜고 'Up'</a:t>
            </a:r>
          </a:p>
          <a:p>
            <a:r>
              <a:t>상태인지 확인합니다.</a:t>
            </a:r>
          </a:p>
          <a:p/>
          <a:p>
            <a:r>
              <a:t>마지막으로 `docker logs web2`로 로그를 보고, `docker exec -it web2 bash`로 컨테이너 안에 들어갔다가</a:t>
            </a:r>
          </a:p>
          <a:p>
            <a:r>
              <a:t>`exit`으로 나와보세요.</a:t>
            </a:r>
          </a:p>
          <a:p/>
          <a:p>
            <a:r>
              <a:t>**(화면 공유해 실제로 시연)** 제가 먼저 순서대로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과제 — 동일 실습]</a:t>
            </a:r>
          </a:p>
          <a:p/>
          <a:p>
            <a:r>
              <a:t>"개인 VM(cloud-lab)에서 같은 명령어를 동일하게 실행해보세요.</a:t>
            </a:r>
          </a:p>
          <a:p/>
          <a:p>
            <a:r>
              <a:t>`docker ps -a` 결과와 `docker logs` 출력 화면을 캡처해서 LMS 과제 게시판에 제출하시면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**컨테이너는 Created→Running→Stopped→Removed 상태를 가진다**.</a:t>
            </a:r>
          </a:p>
          <a:p>
            <a:r>
              <a:t>둘째, **logs는 밖에서 구경, exec는 안으로 직접 진입**한다."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차시 예고]</a:t>
            </a:r>
          </a:p>
          <a:p/>
          <a:p>
            <a:r>
              <a:t>"다음 2차시에서는 지금까지 계속 겪었던 문제 — 컨테이너를 지우면 그 안의 데이터도 같이 사라지는 문제 —</a:t>
            </a:r>
          </a:p>
          <a:p>
            <a:r>
              <a:t>를 해결하는 **Bind Mount**를 배웁니다. VM의 디렉토리와 컨테이너를 연결해서, 컨테이너를 지워도 데이터는</a:t>
            </a:r>
          </a:p>
          <a:p>
            <a:r>
              <a:t>VM에 그대로 남도록 만드는 방법이에요.</a:t>
            </a:r>
          </a:p>
          <a:p/>
          <a:p>
            <a:r>
              <a:t>오늘 수업은 여기까지입니다. Killercoda와 VM 실습 모두 완료해서 제출해주시고, 궁금한 점은 LMS Q&amp;A</a:t>
            </a:r>
          </a:p>
          <a:p>
            <a:r>
              <a:t>게시판에 남겨주세요. 수고하셨습니다!"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"stop과 rm -f 차이가 뭔가요?" | stop은 컨테이너를 멈추기만 하고 나중에 start로 다시 켤 수 있습니다. rm -f는 실행 중이어도 강제로 완전히 삭제해서 되돌릴 수 없습니다. |</a:t>
            </a:r>
          </a:p>
          <a:p>
            <a:r>
              <a:t>| "exec로 들어가서 파일을 만들면 어떻게 되나요?" | 컨테이너 안에 저장됩니다. 하지만 오늘 배운 대로, 컨테이너를 rm으로 지우면 그 파일도 함께 사라집니다. 이 문제는 다음 시간 볼륨에서 해결합니다. |</a:t>
            </a:r>
          </a:p>
          <a:p>
            <a:r>
              <a:t>| "docker ps에는 안 보이는데 docker ps -a에는 보이는 이유는?" | docker ps는 기본적으로 '실행 중(Running)'인 컨테이너만 보여줍니다. -a를 붙여야 Stopped 상태까지 포함한 전체 목록이 나옵니다.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클라우드인프라관리  ·  2주차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Docker 컨테이너 명령어 심화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생명주기 관리 · logs · exec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1.  컨테이너의 생명주기(Created→Running→Stopped→Removed)를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2.  run/ps/stop/start/rm 명령어로 컨테이너를 자유롭게 다룬다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3.  logs·exec로 실행 중인 컨테이너 내부를 들여다본다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2주차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개념 설명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강의자료 기반 직접 강의</a:t>
            </a:r>
          </a:p>
        </p:txBody>
      </p:sp>
      <p:sp>
        <p:nvSpPr>
          <p:cNvPr id="14" name="Oval 13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Killercoda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생명주기 명령어 실습</a:t>
            </a:r>
          </a:p>
        </p:txBody>
      </p:sp>
      <p:sp>
        <p:nvSpPr>
          <p:cNvPr id="19" name="Oval 18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VM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VM에서 동일 실습</a:t>
            </a:r>
          </a:p>
        </p:txBody>
      </p:sp>
      <p:sp>
        <p:nvSpPr>
          <p:cNvPr id="24" name="Oval 23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결과 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2주차 1차시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03 / 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컨테이너 생명주기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Created → Running → Stopped → Removed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컨테이너 생명주기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컨테이너는 상태를 가진다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create – 컨테이너를 만들지만 실행은 안 함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start – 만들어진 컨테이너 실행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run = create + start를 한 번에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stop – 실행 중인 컨테이너 정지 (파일은 유지)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rm – 정지된 컨테이너 완전 삭제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상태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Created (생성됨)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Running (실행 중)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Stopped (정지됨)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Removed (삭제됨)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2주차 1차시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05 / 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컨테이너 생명주기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명령어 한눈에 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91640"/>
            <a:ext cx="2377440" cy="5669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명령어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91640"/>
            <a:ext cx="8412480" cy="5669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691640"/>
            <a:ext cx="8412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역할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258568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258568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docker run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258568"/>
            <a:ext cx="841248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2258568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이미지로 새 컨테이너 생성+실행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825496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825496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docker ps / ps -a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825496"/>
            <a:ext cx="8412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825496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실행 중 / 전체(정지 포함) 컨테이너 목록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392424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392424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docker stop {name}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392424"/>
            <a:ext cx="841248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3392424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실행 중인 컨테이너 정지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959352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959352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docker start {name}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3959352"/>
            <a:ext cx="8412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0128" y="3959352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정지된 컨테이너 다시 실행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526280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526280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docker rm {name}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4526280"/>
            <a:ext cx="841248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0128" y="4526280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정지된 컨테이너 삭제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093208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93208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docker rm -f {name}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5093208"/>
            <a:ext cx="8412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5093208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실행 중이어도 강제로 즉시 삭제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2주차 1차시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06 / 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컨테이너 내부 들여다보기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logs · exec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내부 들여다보기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logs와 exec, 언제 쓰나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logs {name} – 컨테이너가 출력한 로그(표준출력)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logs -f {name} – 로그를 실시간으로 계속 지켜보기 (follow)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exec -it {name} bash – 실행 중인 컨테이너 내부에 직접 들어가기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💡  둘의 차이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logs = 컨테이너 밖에서 출력만 구경하기 / exec = 컨테이너 안으로 직접 들어가서 확인하기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2주차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08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Killercoda — 생명주기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run -d --name web2 nginx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stop web2  →  docker ps -a 로 Exited 상태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start web2  →  다시 Up 상태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logs web2  /  docker exec -it web2 bash (컨테이너 안 진입, exit로 나오기)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2주차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VM 과제 — 동일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개인 VM(cloud-lab)에서 위 명령어를 동일하게 실행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ps -a 결과와 docker logs 출력을 캡처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LMS 과제 게시판에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2주차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컨테이너는 Created→Running→Stopped→Removed 상태를 가진다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logs = 밖에서 구경, exec = 안으로 직접 진입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다음 차시 예고 — 2주차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지금까지는 컨테이너를 지우면 데이터도 함께 사라졌습니다. Bind Mount로 컨테이너 데이터를 VM에 영구 저장하는 방법을 배웁니다.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