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"6주차 2차시를 시작하겠습니다.</a:t>
            </a:r>
          </a:p>
          <a:p/>
          <a:p>
            <a:r>
              <a:t>지난 시간에 설정값과 비밀번호를 코드에서 분리하는 법을 배웠는데요, 오늘은 또 다른 중요한 문제를</a:t>
            </a:r>
          </a:p>
          <a:p>
            <a:r>
              <a:t>다룹니다. Pod를 지우거나 재시작하면 그 안의 데이터는 어떻게 될까요? 오늘은 K8s에서 데이터를 안전하게</a:t>
            </a:r>
          </a:p>
          <a:p>
            <a:r>
              <a:t>보관하는 방법, PV와 PVC를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K8s에서도 Pod가 사라지면 데이터가 사라지는 문제를 이해하고,</a:t>
            </a:r>
          </a:p>
          <a:p>
            <a:r>
              <a:t>둘째, PV와 PVC의 역할 차이를 이해하고,</a:t>
            </a:r>
          </a:p>
          <a:p>
            <a:r>
              <a:t>셋째 — 오늘 직접 해볼 건데 — hostPath 기반 PV를 만들고 PVC로 연결해봅니다."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K8s에서도 데이터가 사라진다]</a:t>
            </a:r>
          </a:p>
          <a:p/>
          <a:p>
            <a:r>
              <a:t>"먼저 이 문제가 왜 생기는지부터 짚어보겠습니다."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[Pod도 결국 컨테이너다]</a:t>
            </a:r>
          </a:p>
          <a:p/>
          <a:p>
            <a:r>
              <a:t>"2주차에서 배웠던 거 기억나시나요? 컨테이너를 지우면 그 안에 저장된 데이터도 함께 사라진다고</a:t>
            </a:r>
          </a:p>
          <a:p>
            <a:r>
              <a:t>했었죠. K8s의 Pod도 결국 컨테이너를 감싸고 있는 것이기 때문에 똑같은 문제를 가지고 있습니다.</a:t>
            </a:r>
          </a:p>
          <a:p/>
          <a:p>
            <a:r>
              <a:t>**(4주차 연결)** 그런데 K8s는 한 가지 문제가 더 있습니다. 4주차에서 배운 대로 Deployment는 Pod가</a:t>
            </a:r>
          </a:p>
          <a:p>
            <a:r>
              <a:t>죽으면 자동으로 새 Pod를 만들어준다고 했죠. 이건 좋은 기능이지만, 그때마다 Pod 안의 데이터가</a:t>
            </a:r>
          </a:p>
          <a:p>
            <a:r>
              <a:t>초기화된다면 어떨까요?</a:t>
            </a:r>
          </a:p>
          <a:p/>
          <a:p>
            <a:r>
              <a:t>**(문제 제기)** 데이터베이스처럼 데이터가 중요한 서비스라면, Pod가 재시작될 때마다 데이터가 날아가는</a:t>
            </a:r>
          </a:p>
          <a:p>
            <a:r>
              <a:t>건 절대 받아들일 수 없는 일입니다."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PV와 PVC]</a:t>
            </a:r>
          </a:p>
          <a:p/>
          <a:p>
            <a:r>
              <a:t>"그래서 K8s는 Pod의 생명주기와 무관하게 데이터를 보관하는 방법을 제공합니다."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[PV와 PVC의 관계]</a:t>
            </a:r>
          </a:p>
          <a:p/>
          <a:p>
            <a:r>
              <a:t>"핵심 개념 두 가지가 있습니다.</a:t>
            </a:r>
          </a:p>
          <a:p/>
          <a:p>
            <a:r>
              <a:t>**PV**, PersistentVolume은 실제로 존재하는 저장공간 그 자체입니다.</a:t>
            </a:r>
          </a:p>
          <a:p>
            <a:r>
              <a:t>**PVC**, PersistentVolumeClaim은 '이런 저장공간이 필요해'라고 요청하는 요청서입니다.</a:t>
            </a:r>
          </a:p>
          <a:p/>
          <a:p>
            <a:r>
              <a:t>**(그림 설명)** 화면의 그림을 보시면, Pod는 PVC를 통해서 PV에 연결됩니다. 즉 Pod는 실제 저장공간이</a:t>
            </a:r>
          </a:p>
          <a:p>
            <a:r>
              <a:t>어디에 있는지 직접 알 필요가 없고, 그냥 '이런 조건의 저장공간을 달라'고 PVC에 요청만 하면 됩니다.</a:t>
            </a:r>
          </a:p>
          <a:p>
            <a:r>
              <a:t>PVC가 알아서 적절한 PV와 연결(Bound)해줍니다."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[hostPath로 PV 만들기]</a:t>
            </a:r>
          </a:p>
          <a:p/>
          <a:p>
            <a:r>
              <a:t>"오늘 실습에서는 가장 간단한 방식인 **hostPath**를 사용합니다. hostPath는 VM, 즉 K8s 노드의 특정</a:t>
            </a:r>
          </a:p>
          <a:p>
            <a:r>
              <a:t>디렉토리를 PV로 그대로 사용하는 방식이에요.</a:t>
            </a:r>
          </a:p>
          <a:p/>
          <a:p>
            <a:r>
              <a:t>**(2주차 연결)** 2주차에 배운 Bind Mount와 원리가 비슷합니다 — VM의 실제 디렉토리에 데이터가</a:t>
            </a:r>
          </a:p>
          <a:p>
            <a:r>
              <a:t>저장되기 때문에, Pod가 사라지고 다시 생겨도 그 디렉토리의 데이터는 그대로 남아있습니다.</a:t>
            </a:r>
          </a:p>
          <a:p/>
          <a:p>
            <a:r>
              <a:t>pv.yaml 파일에는 저장 용량(storage), 접근 모드(accessModes), 그리고 hostPath 경로를 지정합니다."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PV/PVC 생성]</a:t>
            </a:r>
          </a:p>
          <a:p/>
          <a:p>
            <a:r>
              <a:t>"자, 직접 해보겠습니다.</a:t>
            </a:r>
          </a:p>
          <a:p/>
          <a:p>
            <a:r>
              <a:t>먼저 pv.yaml을 작성하세요. hostPath는 `/data/mysql`, storage는 `1Gi`로 설정합니다. 그다음 pvc.yaml을</a:t>
            </a:r>
          </a:p>
          <a:p>
            <a:r>
              <a:t>작성해서 그 PV가 제공하는 만큼의 storage를 요청하세요.</a:t>
            </a:r>
          </a:p>
          <a:p/>
          <a:p>
            <a:r>
              <a:t>`kubectl apply -f pv.yaml`, `kubectl apply -f pvc.yaml`로 둘 다 적용한 다음, `kubectl get pv`와</a:t>
            </a:r>
          </a:p>
          <a:p>
            <a:r>
              <a:t>`kubectl get pvc`를 실행해서 STATUS가 **Bound**로 나오는지 확인하세요. Bound가 아니라 Pending이라면</a:t>
            </a:r>
          </a:p>
          <a:p>
            <a:r>
              <a:t>PV와 PVC의 조건(용량, 접근 모드)이 서로 맞지 않는 경우가 많습니다.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안내]</a:t>
            </a:r>
          </a:p>
          <a:p/>
          <a:p>
            <a:r>
              <a:t>"개인 VM에서도 동일하게 pv.yaml, pvc.yaml을 작성하고 적용해보세요.</a:t>
            </a:r>
          </a:p>
          <a:p/>
          <a:p>
            <a:r>
              <a:t>`kubectl get pv`, `kubectl get pvc` 결과를 캡처해서 STATUS가 Bound로 나오는지 확인한 화면을</a:t>
            </a:r>
          </a:p>
          <a:p>
            <a:r>
              <a:t>제출하시면 됩니다.</a:t>
            </a:r>
          </a:p>
          <a:p/>
          <a:p>
            <a:r>
              <a:t>**(중요 — 다음 차시 예고)** 그리고 한 가지 꼭 안내해드릴 게 있는데요, 오늘 만든 PV와 PVC를 지우지</a:t>
            </a:r>
          </a:p>
          <a:p>
            <a:r>
              <a:t>말고 그대로 남겨두세요. 다음 3차시에서 바로 이 PVC를 실제 MySQL Pod에 연결할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**PV는 실제 저장공간, PVC는 그 저장공간을 향한 요청서**다.</a:t>
            </a:r>
          </a:p>
          <a:p>
            <a:r>
              <a:t>둘째, **hostPath PV는 VM 디렉토리를 그대로 사용해 데이터를 보존한다**."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오늘 만든 PV/PVC를 실제 MySQL Pod에 연결합니다. 그리고 minikube를 재시작해도</a:t>
            </a:r>
          </a:p>
          <a:p>
            <a:r>
              <a:t>데이터베이스 데이터가 그대로 유지되는지 직접 확인해볼 겁니다.</a:t>
            </a:r>
          </a:p>
          <a:p/>
          <a:p>
            <a:r>
              <a:t>오늘 수업은 여기까지입니다. Killercoda와 VM 실습 모두 완료해서 제출해주시고, 오늘 만든 PV/PVC는</a:t>
            </a:r>
          </a:p>
          <a:p>
            <a:r>
              <a:t>지우지 말고 남겨두세요. 궁금한 점은 LMS Q&amp;A 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"PVC 상태가 계속 Pending이에요" | PV의 storage 용량이 PVC가 요청한 용량보다 작거나, accessModes가 서로 다른 경우가 대부분입니다. `kubectl describe pvc {이름}`으로 Events를 확인하면 원인이 나옵니다. |</a:t>
            </a:r>
          </a:p>
          <a:p>
            <a:r>
              <a:t>| "hostPath 말고 다른 PV 방식도 있나요?" | 네, 클라우드 환경에서는 AWS EBS, GCP Persistent Disk 같은 실제 클라우드 스토리지를 PV로 연결하는 방식도 많이 씁니다. hostPath는 로컬 실습용으로 가장 간단한 방식입니다. |</a:t>
            </a:r>
          </a:p>
          <a:p>
            <a:r>
              <a:t>| "PV를 여러 Pod가 동시에 쓸 수 있나요?" | accessModes 설정에 따라 다릅니다. 오늘 쓰는 ReadWriteOnce는 한 번에 하나의 노드에서만 읽고 쓸 수 있습니다. 여러 Pod가 동시에 쓰려면 ReadWriteMany를 지원하는 스토리지가 필요한데, 이 과목에서는 다루지 않습니다.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PV와 PVC로 데이터 지키기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K8s에서의 영구 저장소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K8s에서도 Pod가 사라지면 데이터가 사라지는 문제를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PV와 PVC의 역할 차이를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hostPath 기반 PV를 만들고 PVC로 연결해본다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PV/PVC 생성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K8s에서도 데이터가 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2주차 문제의 K8s 버전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K8s의 데이터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Pod도 결국 컨테이너다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2주차에서 배운 대로, 컨테이너를 지우면 그 안 데이터는 사라짐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K8s의 Pod도 결국 컨테이너를 감싼 것 — 똑같은 문제를 가짐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게다가 Pod는 4주차에 배운 대로 자주 재생성됨 (그때마다 데이터가 초기화된다면?)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😰  DB처럼 데이터가 중요한 서비스라면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Pod가 재시작될 때마다 데이터가 날아간다면 사용할 수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저장공간과, 그 저장공간을 향한 요청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PV와 PVC의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PV(PersistentVolume) = 실제로 존재하는 저장공간 그 자체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PVC(PersistentVolumeClaim) = "이런 저장공간이 필요해"라는 요청서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Pod는 PVC를 통해 PV에 연결됨 — Pod가 PV를 직접 알 필요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PVC (요청서)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PV (실제 저장공간, 예: VM의 /data/mysql)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PV와 PVC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hostPath로 PV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hostPath = VM(노드)의 특정 디렉토리를 PV로 그대로 사용하는 방식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2주차 Bind Mount와 원리가 비슷함 — VM 디렉토리에 실제로 저장됨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pv.yaml에 storage 용량, accessModes, hostPath 경로를 지정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PV/PVC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pv.yaml 작성 (hostPath: /data/mysql, storage: 1Gi)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pvc.yaml 작성 (PV가 제공하는 만큼의 storage 요청)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apply -f pv.yaml / pvc.yaml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pv, kubectl get pvc  — STATUS가 Bound인지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동일하게 pv.yaml, pvc.yaml 작성 및 적용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pv / kubectl get pvc 결과 캡처 (STATUS: Bound 확인)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다음 3차시에 이 PVC를 MySQL Pod에 실제로 연결합니다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PV = 실제 저장공간, PVC = 그 저장공간을 향한 요청서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hostPath PV는 VM 디렉토리를 그대로 사용해 데이터를 보존한다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PV/PVC를 실제 MySQL Pod에 연결하고, minikube를 재시작해도 데이터베이스 데이터가 그대로 유지되는지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