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ConfigMap과 Secret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설정값과 비밀정보를 코드에서 분리하기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설정값을 코드에서 분리해야 하는 이유를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ConfigMap으로 일반 설정값을 관리한다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Secret으로 비밀번호 같은 민감 정보를 관리한다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6주차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Secret 환경변수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설정을 코드에서 분리하기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ConfigMap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설정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왜 설정값을 코드에 박아두면 안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이미지 안에 설정값을 하드코딩하면, 값 하나 바꿀 때마다 이미지를 다시 빌드해야 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같은 이미지를 개발·운영 환경에서 다른 설정으로 쓰고 싶을 때도 곤란함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ConfigMap = 이런 '설정값'을 이미지 밖에 따로 저장해두는 K8s 오브젝트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핵심 아이디어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이미지(코드)는 그대로 두고, ConfigMap만 바꿔서 다른 환경에 재사용한다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설정 분리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ConfigMap 사용법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create configmap {이름} --from-literal=KEY=VALUE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Pod의 env(환경변수)로 ConfigMap 값을 불러와서 사용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로그 레벨, API 주소, 최대 연결 수 같은 '민감하지 않은' 설정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비밀번호는 다르게 다뤄야 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Secret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Secret = ConfigMap의 '보안 버전'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사용법은 ConfigMap과 거의 동일 (kubectl create secret ...)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다만 값이 Base64로 인코딩되어 저장되고, 접근 권한을 더 엄격히 통제할 수 있음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DB 비밀번호, API 키, 인증서 같은 민감한 정보에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⚠  Base64는 암호화가 아니다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Base64는 '인코딩'일 뿐이라 누구나 디코딩 가능 — 진짜 보안은 접근권한 관리로 확보한다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Secret 환경변수 실습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교수자가 미리 생성해 둔 Secret 확인 (kubectl get secret)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그 Secret 값을 환경변수로 불러오는 Pod YAML 작성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apply 후 kubectl exec로 Pod 안에 들어가 env 명령으로 값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개인 VM에서 kubectl create configmap 으로 간단한 설정값 하나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create secret generic 으로 비밀값 하나 생성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kubectl get configmap / kubectl get secret 으로 확인 후 캡처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6주차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ConfigMap = 일반 설정값을 코드에서 분리해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Secret = 비밀번호 같은 민감 정보를 조금 더 엄격하게 관리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6주차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설정은 분리했지만, 아직 데이터를 영구적으로 저장하는 방법은 못 배웠습니다. PV/PVC로 K8s에서 데이터를 안전하게 저장하는 법을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