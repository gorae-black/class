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"6주차 마지막 시간, 3차시를 시작하겠습니다.</a:t>
            </a:r>
          </a:p>
          <a:p/>
          <a:p>
            <a:r>
              <a:t>지난 시간에 PV와 PVC를 만들어봤는데요, 오늘은 그걸 실제로 써먹어 볼 차례입니다. 진짜 데이터베이스인</a:t>
            </a:r>
          </a:p>
          <a:p>
            <a:r>
              <a:t>MySQL을 K8s에 배포하고, Pod를 강제로 삭제했다가 다시 살아나도 데이터가 그대로인지 직접 눈으로</a:t>
            </a:r>
          </a:p>
          <a:p>
            <a:r>
              <a:t>확인해보겠습니다."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PVC를 MySQL Pod에 연결하는 방법을 이해하고,</a:t>
            </a:r>
          </a:p>
          <a:p>
            <a:r>
              <a:t>둘째, MySQL Pod를 배포하고 데이터를 직접 저장해보고,</a:t>
            </a:r>
          </a:p>
          <a:p>
            <a:r>
              <a:t>셋째 — 오늘의 핵심인데 — Pod를 재시작해도 데이터가 유지되는지 직접 확인합니다."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Killercoda, 5분 안내, 5분 제출입니다. 오늘이 6주차 마지막이니 실습 후</a:t>
            </a:r>
          </a:p>
          <a:p>
            <a:r>
              <a:t>1~3차시 과제를 종합해서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PVC를 Pod에 연결하기]</a:t>
            </a:r>
          </a:p>
          <a:p/>
          <a:p>
            <a:r>
              <a:t>"먼저 지난 시간에 만든 PVC를 어떻게 Pod에 붙이는지부터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[Pod YAML에 PVC 붙이기]</a:t>
            </a:r>
          </a:p>
          <a:p/>
          <a:p>
            <a:r>
              <a:t>"방법은 간단합니다. Pod YAML의 `volumes`에 지난 시간에 만든 PVC 이름을 지정하고, 컨테이너의</a:t>
            </a:r>
          </a:p>
          <a:p>
            <a:r>
              <a:t>`volumeMounts`로 그 볼륨을 컨테이너 안 특정 경로에 연결하면 됩니다.</a:t>
            </a:r>
          </a:p>
          <a:p/>
          <a:p>
            <a:r>
              <a:t>오늘은 MySQL이 실제로 데이터를 저장하는 경로인 `/var/lib/mysql`에 연결할 겁니다. 이 순간부터, MySQL</a:t>
            </a:r>
          </a:p>
          <a:p>
            <a:r>
              <a:t>컨테이너 안에서는 그냥 평범한 로컬 디렉토리에 저장하는 것처럼 보이지만, 실제로는 우리가 지정한</a:t>
            </a:r>
          </a:p>
          <a:p>
            <a:r>
              <a:t>hostPath 디렉토리에 데이터가 저장되는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MySQL 배포와 영속성 검증]</a:t>
            </a:r>
          </a:p>
          <a:p/>
          <a:p>
            <a:r>
              <a:t>"이제 실제로 MySQL을 배포하고, 데이터가 정말 지켜지는지 확인해보겠습니다."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[MySQL Pod 배포하기]</a:t>
            </a:r>
          </a:p>
          <a:p/>
          <a:p>
            <a:r>
              <a:t>"공식 mysql 이미지를 사용합니다. 환경변수로 `MYSQL_ROOT_PASSWORD`를 지정해서 루트 비밀번호를</a:t>
            </a:r>
          </a:p>
          <a:p>
            <a:r>
              <a:t>설정하고요.</a:t>
            </a:r>
          </a:p>
          <a:p/>
          <a:p>
            <a:r>
              <a:t>**(1차시 연결)** 여기서 1차시에 배운 Secret을 활용하면 더 안전하게 비밀번호를 관리할 수 있습니다.</a:t>
            </a:r>
          </a:p>
          <a:p>
            <a:r>
              <a:t>비밀번호를 YAML에 평문으로 쓰는 대신 Secret에서 불러오는 방식이죠. 오늘 실습에서는 간단하게 환경변수로</a:t>
            </a:r>
          </a:p>
          <a:p>
            <a:r>
              <a:t>직접 지정하지만, 실무에서는 Secret을 쓰는 게 표준입니다.</a:t>
            </a:r>
          </a:p>
          <a:p/>
          <a:p>
            <a:r>
              <a:t>그리고 앞서 배운 대로 PVC를 `/var/lib/mysql`에 마운트합니다.</a:t>
            </a:r>
          </a:p>
          <a:p/>
          <a:p>
            <a:r>
              <a:t>**(정리 포인트)** 자, 이 시점에서 보면 6주차에 배운 내용이 전부 하나로 연결되고 있죠? 1차시의</a:t>
            </a:r>
          </a:p>
          <a:p>
            <a:r>
              <a:t>Secret(비밀번호 관리)과 2차시의 PV/PVC(저장공간)가 오늘 3차시의 MySQL 실전 배포에서 함께 쓰이고</a:t>
            </a:r>
          </a:p>
          <a:p>
            <a:r>
              <a:t>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[영속성 검증 절차]</a:t>
            </a:r>
          </a:p>
          <a:p/>
          <a:p>
            <a:r>
              <a:t>"검증 절차는 세 단계입니다.</a:t>
            </a:r>
          </a:p>
          <a:p/>
          <a:p>
            <a:r>
              <a:t>첫째, MySQL Pod에 접속해서 테이블을 하나 만들고 데이터를 한 줄 넣습니다.</a:t>
            </a:r>
          </a:p>
          <a:p>
            <a:r>
              <a:t>둘째, `kubectl delete pod`로 그 Pod를 강제로 삭제합니다. Deployment가 있다면 자동으로 새 Pod를</a:t>
            </a:r>
          </a:p>
          <a:p>
            <a:r>
              <a:t>만들어줄 거예요.</a:t>
            </a:r>
          </a:p>
          <a:p>
            <a:r>
              <a:t>셋째, 새로 생성된 Pod에 접속해서 아까 넣은 데이터가 SELECT로 그대로 조회되는지 확인합니다.</a:t>
            </a:r>
          </a:p>
          <a:p/>
          <a:p>
            <a:r>
              <a:t>**(핵심 포인트)** 만약 PVC 없이 그냥 MySQL을 배포했다면, Pod가 삭제되고 새로 생기는 순간 데이터가</a:t>
            </a:r>
          </a:p>
          <a:p>
            <a:r>
              <a:t>전부 사라졌을 거예요. 오늘 우리는 PVC 덕분에 데이터가 살아남는 걸 직접 확인하는 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MySQL 배포+영속성 검증]</a:t>
            </a:r>
          </a:p>
          <a:p/>
          <a:p>
            <a:r>
              <a:t>"자, 직접 해보겠습니다.</a:t>
            </a:r>
          </a:p>
          <a:p/>
          <a:p>
            <a:r>
              <a:t>mysql.yaml을 작성하세요. 지난 2차시에 만든 PVC를 `/var/lib/mysql`에 마운트하는 걸 잊지 마세요.</a:t>
            </a:r>
          </a:p>
          <a:p>
            <a:r>
              <a:t>`kubectl apply`로 배포한 다음, `kubectl exec`로 Pod에 접속해서 mysql 클라이언트로 테이블 생성과 데이터</a:t>
            </a:r>
          </a:p>
          <a:p>
            <a:r>
              <a:t>삽입을 해보세요.</a:t>
            </a:r>
          </a:p>
          <a:p/>
          <a:p>
            <a:r>
              <a:t>그다음 `kubectl delete pod {mysql파드이름}`을 실행하세요.</a:t>
            </a:r>
          </a:p>
          <a:p/>
          <a:p>
            <a:r>
              <a:t>**(주의사항 강조)** 여기서 중요한 안내입니다 — 새 Pod가 완전히 Running 상태가 되기까지 **10~20초</a:t>
            </a:r>
          </a:p>
          <a:p>
            <a:r>
              <a:t>정도** 걸립니다. `kubectl get pods`로 상태를 확인하면서 기다려주세요. 너무 빨리 접속을 시도하면 아직</a:t>
            </a:r>
          </a:p>
          <a:p>
            <a:r>
              <a:t>컨테이너가 준비되지 않아서 오류가 날 수 있습니다.</a:t>
            </a:r>
          </a:p>
          <a:p/>
          <a:p>
            <a:r>
              <a:t>새 Pod가 준비되면 다시 접속해서 SELECT로 데이터가 그대로인지 확인하세요.</a:t>
            </a:r>
          </a:p>
          <a:p/>
          <a:p>
            <a:r>
              <a:t>**(화면 공유해 실제로 시연)** 제가 먼저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안내 및 6주차 종합 제출]</a:t>
            </a:r>
          </a:p>
          <a:p/>
          <a:p>
            <a:r>
              <a:t>"개인 VM에서도 동일한 절차로 MySQL을 배포하고 영속성을 검증해보세요.</a:t>
            </a:r>
          </a:p>
          <a:p/>
          <a:p>
            <a:r>
              <a:t>Pod 삭제 **전**의 SELECT 결과와, 삭제 **후** 새 Pod에서의 SELECT 결과를 모두 캡처해서 데이터가</a:t>
            </a:r>
          </a:p>
          <a:p>
            <a:r>
              <a:t>동일하다는 걸 증명하시면 됩니다.</a:t>
            </a:r>
          </a:p>
          <a:p/>
          <a:p>
            <a:r>
              <a:t>**(주차 마무리 안내)** 오늘이 6주차 마지막 시간이니, 1차시(ConfigMap/Secret)·2차시(PV/PVC)·3차시(오늘,</a:t>
            </a:r>
          </a:p>
          <a:p>
            <a:r>
              <a:t>MySQL 영속성 검증) 실습 결과를 한 번에 정리해서 LMS 과제 게시판에 제출해주세요."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**PVC를 Pod의 volumeMounts에 연결하면 컨테이너 데이터가 hostPath에 실제로 저장된다.**</a:t>
            </a:r>
          </a:p>
          <a:p>
            <a:r>
              <a:t>둘째, **Pod가 재생성되어도 PV에 저장된 데이터는 그대로 유지된다.**"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"6주차 수고 많으셨습니다. 다음 7주차에서는 여러 Service를 하나의 진입점으로 묶어주는 **Ingress**, 그리고</a:t>
            </a:r>
          </a:p>
          <a:p>
            <a:r>
              <a:t>K8s가 장애 상황에서 스스로 복구하는 **자가치유** 능력을 배우면서 4주차부터 7주차까지의 K8s 핵심 내용을</a:t>
            </a:r>
          </a:p>
          <a:p>
            <a:r>
              <a:t>정리합니다.</a:t>
            </a:r>
          </a:p>
          <a:p/>
          <a:p>
            <a:r>
              <a:t>오늘 수업은 여기까지입니다. Killercoda와 VM 실습 모두 완료해서 제출해주시고, 궁금한 점은 LMS Q&amp;A</a:t>
            </a:r>
          </a:p>
          <a:p>
            <a:r>
              <a:t>게시판에 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[6주차를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6주차 수고 많으셨습니다! 설정 분리(ConfigMap/Secret)부터 데이터 영속성(PV/PVC)까지, MySQL을 직접</a:t>
            </a:r>
          </a:p>
          <a:p>
            <a:r>
              <a:t>다루며 K8s 상태 관리를 완주하셨습니다. 다음 주엔 K8s 단원의 마지막, Ingress와 자가치유를 배웁니다."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"Pod를 삭제했는데 새 Pod가 안 생겨요" | Deployment로 배포했는지 확인이 필요합니다. 단순 Pod로만 배포했다면 삭제 시 자동 재생성이 안 됩니다. 4주차에서 배운 대로 Deployment는 원하는 개수를 항상 유지하려 하기 때문에 자동으로 다시 만들어줍니다. |</a:t>
            </a:r>
          </a:p>
          <a:p>
            <a:r>
              <a:t>| "10~20초씩 왜 걸리나요?" | 새 컨테이너를 만들고 MySQL 프로세스가 초기화되는 시간입니다. 특히 MySQL은 시작 시 내부적으로 여러 초기화 작업을 하기 때문에 nginx 같은 가벼운 이미지보다 시간이 더 걸립니다. |</a:t>
            </a:r>
          </a:p>
          <a:p>
            <a:r>
              <a:t>| "실무에서도 hostPath를 그대로 쓰나요?" | 아니요. hostPath는 노드 하나에 데이터가 묶여있어서, 그 노드가 아예 사라지면 데이터도 함께 사라집니다. 실무에서는 클라우드 스토리지(AWS EBS 등)나 네트워크 스토리지를 PV로 사용해 노드와 무관하게 데이터를 보존합니다. 오늘은 로컬 실습 환경이라 hostPath로 원리만 익힌 것입니다.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MySQL로 데이터 영속성 검증하기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PV/PVC를 실제 데이터베이스에 연결하기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PVC를 MySQL Pod에 연결하는 방법을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MySQL Pod를 배포하고 데이터를 직접 저장해본다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Pod를 재시작해도 데이터가 유지되는지 직접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MySQL 배포+영속성 검증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6주차 종합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PVC를 Pod에 연결하기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지난 시간에 만든 PV/PVC 재사용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PVC 연결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Pod YAML에 PVC 붙이기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지난 2차시에 만든 PVC를 Pod의 volumes에 지정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volumeMounts로 컨테이너 안 특정 경로(예: /var/lib/mysql)에 연결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 순간부터 MySQL의 데이터 파일이 hostPath 디렉토리에 실제로 저장됨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MySQL 배포와 영속성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실제로 재시작해서 눈으로 확인한다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MySQL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MySQL Pod 배포하기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공식 mysql 이미지 사용, 환경변수로 MYSQL_ROOT_PASSWORD 지정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1차시에서 배운 Secret으로 비밀번호를 관리하면 더 안전함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PVC를 /var/lib/mysql(MySQL의 실제 데이터 저장 경로)에 마운트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오늘까지 배운 6주차 내용이 하나로 연결됨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1차시 Secret(비밀번호 관리) + 2차시 PV/PVC(저장공간) = 3차시 MySQL 실전 배포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MySQL 배포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영속성 검증 절차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1) MySQL Pod에 접속해 테이블 생성 및 데이터 한 줄 삽입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2) kubectl delete pod로 Pod를 강제로 삭제 (Deployment가 자동으로 재생성)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3) 새로 생성된 Pod에 접속해 같은 데이터가 남아있는지 SELECT로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MySQL 배포+영속성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mysql.yaml 작성 (PVC 마운트 포함) 후 kubectl apply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exec로 Pod 접속 → mysql 접속 → 테이블 생성, 데이터 삽입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kubectl delete pod {mysql파드이름} 실행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⚠ 새 Pod가 Running 상태가 될 때까지 10~20초 정도 대기 필요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새 Pod 접속 후 SELECT로 데이터가 그대로인지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및 6주차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개인 VM에서 동일한 절차로 MySQL 배포 및 영속성 검증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삭제 전/후 SELECT 결과를 모두 캡처 (데이터 동일함을 증명)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6주차 1~3차시(ConfigMap/Secret, PV/PVC, MySQL 영속성)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PVC를 Pod의 volumeMounts에 연결하면 컨테이너 데이터가 hostPath에 실제로 저장된다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Pod가 재생성되어도 PV에 저장된 데이터는 그대로 유지된다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7주차 — Ingress와 자가치유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여러 Service를 하나의 진입점으로 묶는 Ingress, 그리고 K8s가 장애 상황에서 스스로 복구하는 자가치유 능력을 배우며 4~7주차를 정리합니다.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</a:rPr>
              <a:t>6주차를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</a:rPr>
              <a:t>설정 분리(ConfigMap/Secret)부터 데이터 영속성(PV/PVC)까지, MySQL을 직접 다루며 K8s 상태 관리를 완주하셨습니다.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