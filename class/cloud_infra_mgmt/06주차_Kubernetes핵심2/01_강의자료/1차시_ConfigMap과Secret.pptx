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"6주차 1차시를 시작하겠습니다.</a:t>
            </a:r>
          </a:p>
          <a:p/>
          <a:p>
            <a:r>
              <a:t>지금까지 Pod에 이미지를 넣고 실행하는 법을 배웠는데요, 만약 그 앱이 필요로 하는 설정값(예: 로그</a:t>
            </a:r>
          </a:p>
          <a:p>
            <a:r>
              <a:t>레벨)이나 비밀번호(예: DB 접속 정보)가 있다면 어떻게 전달해야 할까요? 오늘은 이 문제를 다룹니다."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설정값을 코드에서 분리해야 하는 이유를 이해하고,</a:t>
            </a:r>
          </a:p>
          <a:p>
            <a:r>
              <a:t>둘째, ConfigMap으로 일반 설정값을 관리하고,</a:t>
            </a:r>
          </a:p>
          <a:p>
            <a:r>
              <a:t>셋째, Secret으로 비밀번호 같은 민감 정보를 관리합니다."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안내, 5분 제출입니다."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설정을 코드에서 분리하기]</a:t>
            </a:r>
          </a:p>
          <a:p/>
          <a:p>
            <a:r>
              <a:t>"먼저 왜 이 문제가 중요한지부터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설정값을 코드에 박아두면 안 될까]</a:t>
            </a:r>
          </a:p>
          <a:p/>
          <a:p>
            <a:r>
              <a:t>"만약 이미지 안에 설정값을 하드코딩해버리면 어떨까요? 값을 하나 바꿀 때마다 이미지를 다시 빌드해야</a:t>
            </a:r>
          </a:p>
          <a:p>
            <a:r>
              <a:t>합니다. 3주차에 배운 대로 이미지 빌드는 시간이 걸리는 작업이죠.</a:t>
            </a:r>
          </a:p>
          <a:p/>
          <a:p>
            <a:r>
              <a:t>게다가 같은 이미지를 개발 환경과 운영 환경에서 서로 다른 설정으로 쓰고 싶을 때도 곤란해집니다.</a:t>
            </a:r>
          </a:p>
          <a:p/>
          <a:p>
            <a:r>
              <a:t>**(해결책 제시)** 그래서 K8s는 **ConfigMap**이라는, 설정값을 이미지 밖에 따로 저장해두는 오브젝트를</a:t>
            </a:r>
          </a:p>
          <a:p>
            <a:r>
              <a:t>제공합니다. 핵심 아이디어는 — 이미지(코드)는 그대로 두고, ConfigMap만 바꿔서 다른 환경에 재사용하는</a:t>
            </a:r>
          </a:p>
          <a:p>
            <a:r>
              <a:t>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[ConfigMap 사용법]</a:t>
            </a:r>
          </a:p>
          <a:p/>
          <a:p>
            <a:r>
              <a:t>"`kubectl create configmap {이름} --from-literal=KEY=VALUE`처럼 만들고, Pod의 환경변수로 이 값을</a:t>
            </a:r>
          </a:p>
          <a:p>
            <a:r>
              <a:t>불러와서 씁니다.</a:t>
            </a:r>
          </a:p>
          <a:p/>
          <a:p>
            <a:r>
              <a:t>로그 레벨, API 서버 주소, 최대 연결 수처럼 '민감하지 않은' 설정값에 주로 사용합니다."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Secret]</a:t>
            </a:r>
          </a:p>
          <a:p/>
          <a:p>
            <a:r>
              <a:t>"그런데 비밀번호처럼 민감한 정보도 이렇게 다뤄도 될까요?"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[Secret = ConfigMap의 '보안 버전']</a:t>
            </a:r>
          </a:p>
          <a:p/>
          <a:p>
            <a:r>
              <a:t>"사용법은 ConfigMap과 거의 똑같습니다. 다만 Secret은 값이 Base64로 인코딩되어 저장되고, 접근 권한을</a:t>
            </a:r>
          </a:p>
          <a:p>
            <a:r>
              <a:t>더 엄격하게 통제할 수 있습니다. DB 비밀번호, API 키, 인증서 같은 민감한 정보에 씁니다.</a:t>
            </a:r>
          </a:p>
          <a:p/>
          <a:p>
            <a:r>
              <a:t>**(중요한 오해 방지)** 여기서 꼭 짚어야 할 게 있는데, Base64는 **암호화가 아닙니다.** 그냥 인코딩</a:t>
            </a:r>
          </a:p>
          <a:p>
            <a:r>
              <a:t>방식이라서 누구나 디코딩할 수 있어요. 진짜 보안은 '누가 이 Secret에 접근할 수 있는가'를 관리하는</a:t>
            </a:r>
          </a:p>
          <a:p>
            <a:r>
              <a:t>권한 설정으로 확보하는 겁니다. 오늘은 Secret의 '사용법'까지만 다루고, 접근 권한 관리는 이 과목의</a:t>
            </a:r>
          </a:p>
          <a:p>
            <a:r>
              <a:t>범위를 넘어서니 참고로만 알아두세요."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Secret 환경변수 실습]</a:t>
            </a:r>
          </a:p>
          <a:p/>
          <a:p>
            <a:r>
              <a:t>"자, 직접 해보겠습니다. 교수자가 미리 만들어 둔 Secret이 클러스터에 있습니다. `kubectl get secret`</a:t>
            </a:r>
          </a:p>
          <a:p>
            <a:r>
              <a:t>으로 확인해보세요.</a:t>
            </a:r>
          </a:p>
          <a:p/>
          <a:p>
            <a:r>
              <a:t>그다음 그 Secret 값을 환경변수로 불러오는 Pod YAML을 작성해서 `kubectl apply`하고, `kubectl exec`로</a:t>
            </a:r>
          </a:p>
          <a:p>
            <a:r>
              <a:t>Pod 안에 들어가 `env` 명령으로 그 값이 제대로 들어왔는지 확인하세요.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안내]</a:t>
            </a:r>
          </a:p>
          <a:p/>
          <a:p>
            <a:r>
              <a:t>"개인 VM에서 `kubectl create configmap`으로 간단한 설정값을 하나 만들고, `kubectl create secret</a:t>
            </a:r>
          </a:p>
          <a:p>
            <a:r>
              <a:t>generic`으로 비밀값도 하나 만들어보세요.</a:t>
            </a:r>
          </a:p>
          <a:p/>
          <a:p>
            <a:r>
              <a:t>`kubectl get configmap`, `kubectl get secret`으로 확인한 결과를 캡처해서 제출하시면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**ConfigMap은 일반 설정값을 코드에서 분리해 관리**한다.</a:t>
            </a:r>
          </a:p>
          <a:p>
            <a:r>
              <a:t>둘째, **Secret은 비밀번호 같은 민감 정보를 조금 더 엄격하게 관리**한다."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2차시에서는 아직 해결하지 못한 문제, '데이터를 영구적으로 저장하는 방법'을 다룹니다. 2주차에</a:t>
            </a:r>
          </a:p>
          <a:p>
            <a:r>
              <a:t>Docker에서 볼륨으로 데이터를 지켰던 것처럼, K8s에서는 **PV/PVC**라는 개념으로 데이터를 안전하게</a:t>
            </a:r>
          </a:p>
          <a:p>
            <a:r>
              <a:t>저장합니다.</a:t>
            </a:r>
          </a:p>
          <a:p/>
          <a:p>
            <a:r>
              <a:t>오늘 수업은 여기까지입니다. Killercoda와 VM 실습 모두 완료해서 제출해주시고, 궁금한 점은 LMS Q&amp;A</a:t>
            </a:r>
          </a:p>
          <a:p>
            <a:r>
              <a:t>게시판에 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"Secret이 안전하지 않다면 왜 쓰나요?" | Base64 인코딩 자체는 암호화가 아니지만, K8s의 접근 권한 관리(RBAC)와 결합하면 "이 Secret은 특정 Pod·사용자만 읽을 수 있다"처럼 통제할 수 있습니다. 평문으로 환경변수에 직접 쓰는 것보다는 훨씬 안전한 관리 방법입니다. |</a:t>
            </a:r>
          </a:p>
          <a:p>
            <a:r>
              <a:t>| "ConfigMap 값을 파일로도 넣을 수 있나요?" | 네, --from-file 옵션으로 설정 파일 전체를 ConfigMap으로 만들 수도 있습니다. 오늘은 --from-literal(간단한 key=value)만 다룹니다. |</a:t>
            </a:r>
          </a:p>
          <a:p>
            <a:r>
              <a:t>| "값을 바꾸면 실행 중인 Pod에 바로 반영되나요?" | 기본적으로는 아닙니다. Pod를 재시작해야 새 값이 반영되는 경우가 많습니다. 이 과목에서는 다루지 않는 세부 동작입니다.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6주차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ConfigMap과 Secret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설정값과 비밀정보를 코드에서 분리하기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설정값을 코드에서 분리해야 하는 이유를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ConfigMap으로 일반 설정값을 관리한다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Secret으로 비밀번호 같은 민감 정보를 관리한다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6주차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강의자료 기반 직접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Secret 환경변수 실습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VM에서 동일 실습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6주차 1차시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설정을 코드에서 분리하기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ConfigMap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설정 분리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왜 설정값을 코드에 박아두면 안 될까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이미지 안에 설정값을 하드코딩하면, 값 하나 바꿀 때마다 이미지를 다시 빌드해야 함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같은 이미지를 개발·운영 환경에서 다른 설정으로 쓰고 싶을 때도 곤란함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ConfigMap = 이런 '설정값'을 이미지 밖에 따로 저장해두는 K8s 오브젝트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💡  핵심 아이디어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이미지(코드)는 그대로 두고, ConfigMap만 바꿔서 다른 환경에 재사용한다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6주차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설정 분리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ConfigMap 사용법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kubectl create configmap {이름} --from-literal=KEY=VALUE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Pod의 env(환경변수)로 ConfigMap 값을 불러와서 사용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예: 로그 레벨, API 주소, 최대 연결 수 같은 '민감하지 않은' 설정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6주차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06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Secret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비밀번호는 다르게 다뤄야 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Secret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Secret = ConfigMap의 '보안 버전'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사용법은 ConfigMap과 거의 동일 (kubectl create secret ...)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다만 값이 Base64로 인코딩되어 저장되고, 접근 권한을 더 엄격히 통제할 수 있음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DB 비밀번호, API 키, 인증서 같은 민감한 정보에 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⚠  Base64는 암호화가 아니다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Base64는 '인코딩'일 뿐이라 누구나 디코딩 가능 — 진짜 보안은 접근권한 관리로 확보한다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6주차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Killercoda — Secret 환경변수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kubectl create configmap, kubectl create secret generic으로 직접 생성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kubectl get secret ... -o jsonpath로 값 꺼내 base64 -d로 디코딩 (암호화 아님 확인)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그 Secret 값을 환경변수로 불러오는 Pod YAML 작성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kubectl apply 후 kubectl exec로 Pod 안에 들어가 env 명령으로 값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6주차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개인 VM에서 kubectl create configmap 으로 간단한 설정값 하나 생성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kubectl create secret generic 으로 비밀값 하나 생성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kubectl get configmap / kubectl get secret 으로 확인 후 캡처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6주차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ConfigMap = 일반 설정값을 코드에서 분리해 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Secret = 비밀번호 같은 민감 정보를 조금 더 엄격하게 관리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6주차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설정은 분리했지만, 아직 데이터를 영구적으로 저장하는 방법은 못 배웠습니다. PV/PVC로 K8s에서 데이터를 안전하게 저장하는 법을 배웁니다.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