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PV와 PVC로 데이터 지키기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K8s에서의 영구 저장소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K8s에서도 Pod가 사라지면 데이터가 사라지는 문제를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PV와 PVC의 역할 차이를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hostPath 기반 PV를 만들고 PVC로 연결해본다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8292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28292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292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9" name="Oval 18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3865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3865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3865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PV/PVC 생성 실습</a:t>
            </a:r>
          </a:p>
        </p:txBody>
      </p:sp>
      <p:sp>
        <p:nvSpPr>
          <p:cNvPr id="26" name="Oval 25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9438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9438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33" name="Oval 32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5011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5011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5011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K8s에서도 데이터가 사라진다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2주차 문제의 K8s 버전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K8s의 데이터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Pod도 결국 컨테이너다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2주차에서 배운 대로, 컨테이너를 지우면 그 안 데이터는 사라짐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K8s의 Pod도 결국 컨테이너를 감싼 것 — 똑같은 문제를 가짐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게다가 Pod는 4주차에 배운 대로 자주 재생성됨 (그때마다 데이터가 초기화된다면?)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😰  DB처럼 데이터가 중요한 서비스라면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Pod가 재시작될 때마다 데이터가 날아간다면 사용할 수 없다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PV와 PVC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저장공간과, 그 저장공간을 향한 요청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PV와 PVC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PV와 PVC의 관계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PV(PersistentVolume) = 실제로 존재하는 저장공간 그 자체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PVC(PersistentVolumeClaim) = "이런 저장공간이 필요해"라는 요청서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Pod는 PVC를 통해 PV에 연결됨 — Pod가 PV를 직접 알 필요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연결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↕ PVC (요청서)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PV (실제 저장공간, 예: VM의 /data/mysql)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PV와 PVC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hostPath로 PV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hostPath = VM(노드)의 특정 디렉토리를 PV로 그대로 사용하는 방식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2주차 Bind Mount와 원리가 비슷함 — VM 디렉토리에 실제로 저장됨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pv.yaml에 storage 용량, accessModes, hostPath 경로를 지정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PV/PVC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pv.yaml 작성 (hostPath: /data/mysql, storage: 1Gi)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pvc.yaml 작성 (PV가 제공하는 만큼의 storage 요청)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apply -f pv.yaml / pvc.yaml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pv, kubectl get pvc  — STATUS가 Bound인지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개인 VM에서 동일하게 pv.yaml, pvc.yaml 작성 및 적용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pv / kubectl get pvc 결과 캡처 (STATUS: Bound 확인)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다음 3차시에 이 PVC를 MySQL Pod에 실제로 연결합니다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PV = 실제 저장공간, PVC = 그 저장공간을 향한 요청서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hostPath PV는 VM 디렉토리를 그대로 사용해 데이터를 보존한다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6주차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만든 PV/PVC를 실제 MySQL Pod에 연결하고, minikube를 재시작해도 데이터베이스 데이터가 그대로 유지되는지 직접 확인합니다.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