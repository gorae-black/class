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6주차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MySQL로 데이터 영속성 검증하기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PV/PVC를 실제 데이터베이스에 연결하기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1.  PVC를 MySQL Pod에 연결하는 방법을 이해한다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2.  MySQL Pod를 배포하고 데이터를 직접 저장해본다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3.  Pod를 재시작해도 데이터가 유지되는지 직접 확인한다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3차시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6주차 3차시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7747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7747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907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① 개념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907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0828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763670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63670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00830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② Killercoda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00830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MySQL 배포+영속성 검증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16751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49593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49593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6753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③ VM 안내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6753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VM에서 동일 실습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02675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35516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35516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72676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④ 결과 제출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72676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6주차 종합 제출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3차시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PVC를 Pod에 연결하기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지난 시간에 만든 PV/PVC 재사용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PVC 연결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Pod YAML에 PVC 붙이기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지난 2차시에 만든 PVC를 Pod의 volumes에 지정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volumeMounts로 컨테이너 안 특정 경로(예: /var/lib/mysql)에 연결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이 순간부터 MySQL의 데이터 파일이 hostPath 디렉토리에 실제로 저장됨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MySQL 배포와 영속성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실제로 재시작해서 눈으로 확인한다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MySQL 배포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MySQL Pod 배포하기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공식 mysql 이미지 사용, 환경변수로 MYSQL_ROOT_PASSWORD 지정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1차시에서 배운 Secret으로 비밀번호를 관리하면 더 안전함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PVC를 /var/lib/mysql(MySQL의 실제 데이터 저장 경로)에 마운트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🔗  오늘까지 배운 6주차 내용이 하나로 연결됨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1차시 Secret(비밀번호 관리) + 2차시 PV/PVC(저장공간) = 3차시 MySQL 실전 배포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MySQL 배포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영속성 검증 절차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1) MySQL Pod에 접속해 테이블 생성 및 데이터 한 줄 삽입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2) kubectl delete pod로 Pod를 강제로 삭제 (Deployment가 자동으로 재생성)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3) 새로 생성된 Pod에 접속해 같은 데이터가 남아있는지 SELECT로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MySQL 배포+영속성 검증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mysql.yaml 작성 (PVC 마운트 포함) 후 kubectl apply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kubectl exec로 Pod 접속 → mysql 접속 → 테이블 생성, 데이터 삽입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kubectl delete pod {mysql파드이름} 실행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⚠ 새 Pod가 Running 상태가 될 때까지 10~20초 정도 대기 필요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새 Pod 접속 후 SELECT로 데이터가 그대로인지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및 6주차 종합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개인 VM에서 동일한 절차로 MySQL 배포 및 영속성 검증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삭제 전/후 SELECT 결과를 모두 캡처 (데이터 동일함을 증명)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6주차 1~3차시(ConfigMap/Secret, PV/PVC, MySQL 영속성) 실습을 종합해서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PVC를 Pod의 volumeMounts에 연결하면 컨테이너 데이터가 hostPath에 실제로 저장된다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Pod가 재생성되어도 PV에 저장된 데이터는 그대로 유지된다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7주차 — Ingress와 자가치유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여러 Service를 하나의 진입점으로 묶는 Ingress, 그리고 K8s가 장애 상황에서 스스로 복구하는 자가치유 능력을 배우며 4~7주차를 정리합니다.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