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Jenkinsfile 작성과 수동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Pipeline Job을 만들고 Build Now로 실행하기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Checkout·Build 단계를 포함한 실제 Jenkinsfile을 작성한다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Pipeline 타입 Job을 만들고 Jenkinsfile을 연결한다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Build Now로 수동 실행하고 Console Output에서 각 Stage 결과를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12주차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Pipeline Job 생성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실전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Checkout과 Build 단계 추가하기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3주차 Flask 앱을 다시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3주차에 GitHub에 올린 cloud-lab 저장소(app.py, Dockerfile)를 그대로 사용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이 저장소를 Checkout해서 docker build까지 실행하는 Jenkinsfile을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13주차 대통합 실습에서 쓸 Jenkinsfile의 축소판이라고 생각하면 이해가 쉬움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Checkout + Build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pipeline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agent any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stages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stage("Checkout")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  steps { git url: "https://github.com/{id}/cloud-lab.git", branch: "main"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stage("Build")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  steps { sh "docker build -t myflask:test ."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Pipeline Job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Freestyle이 아니라 Pipeline 타입으로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Pipeline Job 생성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New Item → Pipeline 선택 (Freestyle project가 아님에 주의)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Pipeline 섹션의 'Pipeline script'에 Jenkinsfile 내용을 그대로 붙여넣기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저장 후 Build Now 클릭 → Stage View에서 Checkout·Build 단계가 순서대로 진행되는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Pipeline Job 생성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New Item →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Pipeline script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Now → Stage View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결과를 눈으로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Build Now 실행 후, 화면에 나타나는 Stage View에서 각 단계가 초록색(성공)인지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Console Output을 열면 git clone 로그와 docker build 로그가 순서대로 출력됨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images 로 myflask:test 이미지가 실제로 생성됐는지 VM에서 직접 확인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13주차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오늘의 Checkout+Build가 13주차에는 Push+Deploy까지 이어져 전체 파이프라인이 완성됩니다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Pipeline Job 생성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제공한 공개 저장소를 Checkout하는 Jenkinsfile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Pipeline Job 생성 후 Pipeline script에 붙여넣고 Build Now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Stage View와 Console Output에서 Checkout 단계 성공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Jenkinsfile 작성+수동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 Jenkins에서 Pipeline Job(예: myflask-pipeline) 생성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본인 cloud-lab 저장소를 Checkout하고 docker build를 실행하는 Jenkinsfile 작성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Build Now 실행 후 Stage View + Console Output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images로 생성된 이미지 확인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Pipeline Job은 Freestyle과 달리 Jenkinsfile(코드)로 빌드 단계를 정의한다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Checkout stage로 GitHub 코드를 받아오고, Build stage로 docker build를 실행하는 흐름을 직접 만들었다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매번 Build Now를 누르는 대신, GitHub에 push하면 자동으로 빌드가 시작되도록 Poll SCM으로 연동합니다.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