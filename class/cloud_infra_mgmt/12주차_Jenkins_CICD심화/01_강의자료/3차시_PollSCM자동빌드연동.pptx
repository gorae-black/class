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[표지]</a:t>
            </a:r>
          </a:p>
          <a:p/>
          <a:p>
            <a:r>
              <a:t>"12주차 마지막 시간, 3차시를 시작하겠습니다.</a:t>
            </a:r>
          </a:p>
          <a:p/>
          <a:p>
            <a:r>
              <a:t>지난 시간에 Build Now를 눌러서 수동으로 빌드를 실행했는데요, 매번 코드를 고칠 때마다 Jenkins</a:t>
            </a:r>
          </a:p>
          <a:p>
            <a:r>
              <a:t>화면에 들어가서 버튼을 누르는 건 번거롭겠죠. 오늘은 git push 한 번으로 빌드가 저절로 시작되게</a:t>
            </a:r>
          </a:p>
          <a:p>
            <a:r>
              <a:t>만들어보겠습니다."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학습 목표]</a:t>
            </a:r>
          </a:p>
          <a:p/>
          <a:p>
            <a:r>
              <a:t>"오늘 수업이 끝나면 여러분은 세 가지를 할 수 있게 됩니다.</a:t>
            </a:r>
          </a:p>
          <a:p/>
          <a:p>
            <a:r>
              <a:t>첫째, Webhook과 Poll SCM 두 가지 자동 빌드 방식의 차이를 이해하고,</a:t>
            </a:r>
          </a:p>
          <a:p>
            <a:r>
              <a:t>둘째, 왜 우리 실습 환경에서는 Poll SCM을 써야 하는지 이해하고,</a:t>
            </a:r>
          </a:p>
          <a:p>
            <a:r>
              <a:t>셋째 — 오늘 직접 해볼 건데 — Poll SCM을 설정하고 git push로 자동 빌드가 트리거되는 것을</a:t>
            </a:r>
          </a:p>
          <a:p>
            <a:r>
              <a:t>확인합니다."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진행 순서 (60분)]</a:t>
            </a:r>
          </a:p>
          <a:p/>
          <a:p>
            <a:r>
              <a:t>"오늘도 25분 개념 설명, 15분 Killercoda, 5분 안내, 5분 제출입니다. 오늘이 12주차 마지막이니 실습 후</a:t>
            </a:r>
          </a:p>
          <a:p>
            <a:r>
              <a:t>1~3차시 과제를 종합해서 제출해주세요."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[Part 1 섹션 표지 — 자동 빌드의 두 가지 방식]</a:t>
            </a:r>
          </a:p>
          <a:p/>
          <a:p>
            <a:r>
              <a:t>"자동 빌드를 구현하는 방법에는 크게 두 가지가 있습니다."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[Webhook — 가장 흔히 쓰는 방식]</a:t>
            </a:r>
          </a:p>
          <a:p/>
          <a:p>
            <a:r>
              <a:t>"첫 번째는 **Webhook** 방식입니다. GitHub이 push를 감지하면, 즉시 Jenkins 서버로 '지금</a:t>
            </a:r>
          </a:p>
          <a:p>
            <a:r>
              <a:t>push됐어요'라는 알림(HTTP 요청)을 직접 보냅니다.</a:t>
            </a:r>
          </a:p>
          <a:p/>
          <a:p>
            <a:r>
              <a:t>**(장점)** 실시간에 가깝게 빠르다는 장점이 있습니다. 하지만 조건이 하나 있어요 — GitHub이 Jenkins</a:t>
            </a:r>
          </a:p>
          <a:p>
            <a:r>
              <a:t>서버에 **직접 접속**할 수 있어야 합니다. 즉, Jenkins 서버가 인터넷에서 접근 가능한 공인 주소를</a:t>
            </a:r>
          </a:p>
          <a:p>
            <a:r>
              <a:t>가지고 있어야 동작합니다."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[우리 VM은 왜 Webhook을 못 쓸까]</a:t>
            </a:r>
          </a:p>
          <a:p/>
          <a:p>
            <a:r>
              <a:t>"**(핵심 문제 제기)** 그런데 우리 개인 VM은 어떨까요? 학생 여러분의 VM은 가정용 공유기 NAT 뒤에</a:t>
            </a:r>
          </a:p>
          <a:p>
            <a:r>
              <a:t>있습니다. 즉, 외부(GitHub)에서 직접 접속할 수 있는 공인 주소가 없어요.</a:t>
            </a:r>
          </a:p>
          <a:p/>
          <a:p>
            <a:r>
              <a:t>그래서 GitHub이 'push됐다'는 알림을 우리 VM의 Jenkins로 보낼 방법이 아예 없습니다. Webhook 방식은</a:t>
            </a:r>
          </a:p>
          <a:p>
            <a:r>
              <a:t>우리 환경에서는 애초에 동작할 수 없는 거예요.</a:t>
            </a:r>
          </a:p>
          <a:p/>
          <a:p>
            <a:r>
              <a:t>**(해결책 제시)** 이 문제를 해결하는 방식이 오늘 배울 **Poll SCM**입니다. GitHub이 우리에게</a:t>
            </a:r>
          </a:p>
          <a:p>
            <a:r>
              <a:t>알려주는 게 아니라, 반대로 **Jenkins가 스스로 GitHub에 물어보러 가는** 방식입니다.</a:t>
            </a:r>
          </a:p>
          <a:p/>
          <a:p>
            <a:r>
              <a:t>**(4주차 연결)** 이런 네트워크 제약, 낯설지 않으시죠? 13주차에 Jenkins와 minikube를 연결할 때도</a:t>
            </a:r>
          </a:p>
          <a:p>
            <a:r>
              <a:t>비슷한 네트워크 문제를 만나게 되는데, 그때도 오늘과 비슷한 발상의 전환으로 해결합니다."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[Part 2 섹션 표지 — Poll SCM 설정]</a:t>
            </a:r>
          </a:p>
          <a:p/>
          <a:p>
            <a:r>
              <a:t>"그럼 실제로 어떻게 설정하는지 보겠습니다."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[Poll SCM 동작 원리]</a:t>
            </a:r>
          </a:p>
          <a:p/>
          <a:p>
            <a:r>
              <a:t>"Poll SCM의 동작 원리는 간단합니다.</a:t>
            </a:r>
          </a:p>
          <a:p/>
          <a:p>
            <a:r>
              <a:t>Jenkins가 정해진 주기마다(예: 매 1분) GitHub 저장소에 '변경 사항 있어?'라고 직접 물어봅니다. 변경이</a:t>
            </a:r>
          </a:p>
          <a:p>
            <a:r>
              <a:t>있으면 그때 자동으로 빌드를 시작하고, 없으면 아무 일도 하지 않습니다.</a:t>
            </a:r>
          </a:p>
          <a:p/>
          <a:p>
            <a:r>
              <a:t>**(핵심 포인트)** 여기서 중요한 건, 학생 VM이 **외부에서 접근 가능할 필요가 전혀 없다**는</a:t>
            </a:r>
          </a:p>
          <a:p>
            <a:r>
              <a:t>겁니다. Jenkins가 능동적으로 나가서 확인하는 구조라서, NAT 뒤에 있어도 아무 문제가 없어요."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[Job 설정에서 Poll SCM 켜기]</a:t>
            </a:r>
          </a:p>
          <a:p/>
          <a:p>
            <a:r>
              <a:t>"실제 설정은 이렇습니다.</a:t>
            </a:r>
          </a:p>
          <a:p/>
          <a:p>
            <a:r>
              <a:t>Job 설정 화면에서 **Build Triggers** 섹션을 찾아 **'Poll SCM'**을 체크합니다. 그리고 Schedule</a:t>
            </a:r>
          </a:p>
          <a:p>
            <a:r>
              <a:t>입력란에 cron 형식으로 `* * * * *`를 입력합니다 — 이건 '매 1분마다 확인한다'는 뜻이에요.</a:t>
            </a:r>
          </a:p>
          <a:p/>
          <a:p>
            <a:r>
              <a:t>저장한 뒤 아무 변경 없이 기다려보면, 빌드가 실행되지 않는 걸 확인할 수 있습니다(정상입니다 —</a:t>
            </a:r>
          </a:p>
          <a:p>
            <a:r>
              <a:t>변경이 없으니까요). 그런데 코드를 수정하고 `git push`하면, **수 초에서 1분 이내**에 자동으로</a:t>
            </a:r>
          </a:p>
          <a:p>
            <a:r>
              <a:t>빌드가 시작됩니다. 이건 이미 검증된 동작이니 안심하고 진행하시면 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[Killercoda — Poll SCM 설정 실습]</a:t>
            </a:r>
          </a:p>
          <a:p/>
          <a:p>
            <a:r>
              <a:t>"자, 직접 해보겠습니다. 제공된 Pipeline Job에 Poll SCM(`* * * * *`) 설정을 적용해보세요.</a:t>
            </a:r>
          </a:p>
          <a:p/>
          <a:p>
            <a:r>
              <a:t>제가 미리 준비한 저장소에 변경 사항을 시뮬레이션할 텐데, 그 순간 자동 빌드가 트리거되는지 함께</a:t>
            </a:r>
          </a:p>
          <a:p>
            <a:r>
              <a:t>관찰해보겠습니다. Build History를 보면 'SCM 변경 감지'로 자동 실행된 빌드가 나타나는 걸 확인할 수</a:t>
            </a:r>
          </a:p>
          <a:p>
            <a:r>
              <a:t>있어요.</a:t>
            </a:r>
          </a:p>
          <a:p/>
          <a:p>
            <a:r>
              <a:t>**(화면 공유해 실제로 시연)** 제가 먼저 보여드릴게요."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[VM 안내 — 12주차 종합 제출]</a:t>
            </a:r>
          </a:p>
          <a:p/>
          <a:p>
            <a:r>
              <a:t>"개인 VM의 `myflask-pipeline` Job 설정에서 Poll SCM(`* * * * *`)을 적용하세요.</a:t>
            </a:r>
          </a:p>
          <a:p/>
          <a:p>
            <a:r>
              <a:t>그다음 로컬에서 `app.py`를 한 줄 수정하고 `git push`하세요. 1분 이내에 자동으로 빌드가 시작되는</a:t>
            </a:r>
          </a:p>
          <a:p>
            <a:r>
              <a:t>것을 Build History에서 확인해서 캡처하시면 됩니다.</a:t>
            </a:r>
          </a:p>
          <a:p/>
          <a:p>
            <a:r>
              <a:t>**(주차 마무리 안내)** 오늘이 12주차 마지막 시간이니, 1차시(문법)·2차시(Jenkinsfile 작성)·3차시</a:t>
            </a:r>
          </a:p>
          <a:p>
            <a:r>
              <a:t>(오늘, Poll SCM) 실습을 종합해서 LMS 과제 게시판에 제출해주세요."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정리]</a:t>
            </a:r>
          </a:p>
          <a:p/>
          <a:p>
            <a:r>
              <a:t>"오늘 배운 내용, 두 가지로 정리하겠습니다.</a:t>
            </a:r>
          </a:p>
          <a:p/>
          <a:p>
            <a:r>
              <a:t>첫째, **Webhook은 GitHub이 직접 알려주는 방식, Poll SCM은 Jenkins가 스스로 물어보는 방식이다.**</a:t>
            </a:r>
          </a:p>
          <a:p>
            <a:r>
              <a:t>둘째, **NAT 뒤에 있는 학생 VM 환경에서는 Poll SCM(예: 매 1분 확인)으로 git push 시 자동 빌드를</a:t>
            </a:r>
          </a:p>
          <a:p>
            <a:r>
              <a:t>구현한다.**"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[다음 주 예고]</a:t>
            </a:r>
          </a:p>
          <a:p/>
          <a:p>
            <a:r>
              <a:t>"다음 13주차부터는 지금까지 배운 모든 것 — Git, Docker, Jenkins, Kubernetes — 을 하나로 합치는</a:t>
            </a:r>
          </a:p>
          <a:p>
            <a:r>
              <a:t>대통합 실습입니다.</a:t>
            </a:r>
          </a:p>
          <a:p/>
          <a:p>
            <a:r>
              <a:t>오늘까지 만든 Checkout → Build → Poll SCM 파이프라인에, Docker Hub Push와 K8s 자동 배포까지</a:t>
            </a:r>
          </a:p>
          <a:p>
            <a:r>
              <a:t>이어붙여서, Git부터 K8s까지 완전히 자동화된 파이프라인을 완성할 거예요. AI 미니 챗봇이라는 실제</a:t>
            </a:r>
          </a:p>
          <a:p>
            <a:r>
              <a:t>서비스를 대상으로 진행하니 기대해주세요.</a:t>
            </a:r>
          </a:p>
          <a:p/>
          <a:p>
            <a:r>
              <a:t>오늘 수업은 여기까지입니다. Killercoda와 VM 실습 모두 완료해서 제출해주시고, 궁금한 점은 LMS Q&amp;A</a:t>
            </a:r>
          </a:p>
          <a:p>
            <a:r>
              <a:t>게시판에 남겨주세요."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[12주차, 그리고 Jenkins 단원을 마치며]</a:t>
            </a:r>
          </a:p>
          <a:p/>
          <a:p>
            <a:r>
              <a:t>"(화면의 '수고하셨습니다!' 문구를 보며 짧게 마무리합니다.)</a:t>
            </a:r>
          </a:p>
          <a:p/>
          <a:p>
            <a:r>
              <a:t>12주차, 그리고 Jenkins 단원 수고 많으셨습니다! Jenkinsfile 문법부터 Poll SCM 자동 빌드까지, CI/CD의</a:t>
            </a:r>
          </a:p>
          <a:p>
            <a:r>
              <a:t>핵심을 완주하셨습니다. 다음 주부터는 이 모든 걸 하나로 합치는 대통합 실습이 시작됩니다."</a:t>
            </a:r>
          </a:p>
          <a:p/>
          <a:p>
            <a:r>
              <a:t>---</a:t>
            </a:r>
          </a:p>
          <a:p/>
          <a:p>
            <a:r>
              <a:t>## 강의자 참고 — 예상 질문 &amp; 답변</a:t>
            </a:r>
          </a:p>
          <a:p/>
          <a:p>
            <a:r>
              <a:t>| 예상 질문 | 답변 가이드 |</a:t>
            </a:r>
          </a:p>
          <a:p>
            <a:r>
              <a:t>|---|---|</a:t>
            </a:r>
          </a:p>
          <a:p>
            <a:r>
              <a:t>| "매 1분마다 확인하면 서버에 부담되지 않나요?" | 개인 실습 환경에서는 큰 부담이 없습니다. 실무에서 대규모로 운영할 때는 폴링 주기를 더 길게 하거나(예: 5분), 가능하다면 Webhook 방식을 우선 고려합니다. 이 과목은 학습 목적상 빠른 피드백을 위해 1분으로 설정합니다. |</a:t>
            </a:r>
          </a:p>
          <a:p>
            <a:r>
              <a:t>| "빌드가 1분이 지나도 안 트리거돼요" | git push가 실제로 완료됐는지(`git log`로 최신 커밋 확인), Poll SCM의 Schedule 문자열이 정확히 `* * * * *`인지, Jenkinsfile의 git url이 본인 저장소 주소와 일치하는지 순서대로 확인하도록 안내하세요. |</a:t>
            </a:r>
          </a:p>
          <a:p>
            <a:r>
              <a:t>| "실제 회사에서도 Poll SCM을 쓰나요?" | 사내망이 아니라 외부에서 접근 가능한 CI 서버를 쓰는 경우에는 보통 Webhook을 씁니다. Poll SCM은 오늘처럼 네트워크 제약이 있는 환경에서 쓰는 대안적인 방식입니다. 원리를 이해해두면 어떤 환경에서든 응용할 수 있습니다. |</a:t>
            </a:r>
          </a:p>
          <a:p>
            <a:r>
              <a:t>| "Killercoda 링크가 언제 만들어졌는지에 따라 제한 시간이 달라지나요?" | 아니요. 60분 타이머는 링크 생성 시점이 아니라 각 학생이 시나리오를 '시작'한 순간부터 개별적으로 시작됩니다. 링크 자체는 만료되지 않으므로, 비동기로 늦게 접속하거나 여러 학생이 같은 링크를 써도 각자 독립된 환경과 타이머를 받습니다. |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</a:rPr>
              <a:t>클라우드인프라관리  ·  12주차 3차시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Poll SCM 자동 빌드 연동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</a:rPr>
              <a:t>git push 한 번으로 빌드가 저절로 시작되게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영남이공대학교 김지윤교수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1.  Webhook과 Poll SCM 두 가지 자동 빌드 방식의 차이를 이해한다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2.  왜 우리 실습 환경에서는 Poll SCM을 써야 하는지 이해한다(NAT 문제)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3.  Poll SCM을 설정하고 git push로 자동 빌드가 트리거되는 것을 확인한다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12주차 3차시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02 / 13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진행 순서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2571292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 rot="5400000">
            <a:off x="3495751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96865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5400000">
            <a:off x="6021324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22438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8546896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40940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40940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63700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292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개념 설명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28292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강의자료 기반 직접 강의</a:t>
            </a:r>
          </a:p>
        </p:txBody>
      </p:sp>
      <p:sp>
        <p:nvSpPr>
          <p:cNvPr id="17" name="Oval 16"/>
          <p:cNvSpPr/>
          <p:nvPr/>
        </p:nvSpPr>
        <p:spPr>
          <a:xfrm>
            <a:off x="4566513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66513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89273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53865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Killercoda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53865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Poll SCM 설정 실습</a:t>
            </a:r>
          </a:p>
        </p:txBody>
      </p:sp>
      <p:sp>
        <p:nvSpPr>
          <p:cNvPr id="22" name="Oval 21"/>
          <p:cNvSpPr/>
          <p:nvPr/>
        </p:nvSpPr>
        <p:spPr>
          <a:xfrm>
            <a:off x="7092086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92086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14846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9438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VM 안내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9438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VM에서 동일 실습</a:t>
            </a:r>
          </a:p>
        </p:txBody>
      </p:sp>
      <p:sp>
        <p:nvSpPr>
          <p:cNvPr id="27" name="Oval 26"/>
          <p:cNvSpPr/>
          <p:nvPr/>
        </p:nvSpPr>
        <p:spPr>
          <a:xfrm>
            <a:off x="9617659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17659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40419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05011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결과 제출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5011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12주차 종합 제출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12주차 3차시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03 / 13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자동 빌드의 두 가지 방식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Webhook과 Poll SCM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자동 빌드 방식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Webhook — 가장 흔히 쓰는 방식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GitHub이 push를 감지하면, 즉시 Jenkins 서버로 '지금 push됐다'는 알림(HTTP 요청)을 보냄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실시간에 가깝게 빠르지만, GitHub이 Jenkins 서버에 직접 접속할 수 있어야 함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즉, Jenkins 서버가 인터넷에서 접근 가능한 공인 주소를 가지고 있어야 동작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12주차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05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자동 빌드 방식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우리 VM은 왜 Webhook을 못 쓸까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학생 개인 VM은 가정용 공유기 NAT 뒤에 있음 — 외부(GitHub)에서 직접 접속할 수 있는 주소가 없음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즉 GitHub이 'push됐다'는 알림을 우리 VM의 Jenkins로 보낼 방법이 없음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이 문제를 해결하는 방식이 Poll SCM — Jenkins가 스스로 GitHub에 물어보러 가는 방식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🔗  4주차 연결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4주차에 Jenkins→minikube 연결에서도 비슷한 네트워크 제약을 만난 적이 있었죠(13주차에 재등장)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12주차 3차시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06 / 13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Poll SCM 설정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Jenkins가 스스로 물어보러 간다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Poll SCM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Poll SCM 동작 원리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Jenkins가 정해진 주기마다(예: 매 1분) GitHub 저장소에 '변경 사항 있어?'라고 직접 물어봄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변경이 있으면 그때 자동으로 빌드를 시작 — 없으면 아무 일도 하지 않음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학생 VM이 외부에서 접근 가능할 필요가 없음 — Jenkins가 나가서 확인하는 구조라 NAT 문제 없음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64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Poll SCM 흐름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Jenkins(1분마다) → GitHub "변경됐어?" → (Yes면) 자동 빌드 시작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12주차 3차시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08 / 13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Poll SCM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Job 설정에서 Poll SCM 켜기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Job 설정 화면 → Build Triggers → 'Poll SCM' 체크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Schedule란에 cron 형식으로 * * * * * 입력(매 1분마다 확인)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저장 후 GitHub에 아무 변경 없이 기다리면 — 빌드가 실행되지 않음(정상)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코드를 수정하고 git push하면 — 수 초~1분 내 자동으로 빌드가 시작됨(검증 완료)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12주차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09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Killercoda — Poll SCM 설정 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제공된 Pipeline Job에 Poll SCM(* * * * *) 설정 적용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교수자가 미리 준비한 저장소에 변경 사항을 시뮬레이션 → 자동 빌드 트리거 관찰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Build History에 'SCM 변경 감지'로 자동 실행된 빌드가 나타나는 것을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12주차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10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VM 안내 — 12주차 종합 제출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개인 VM의 myflask-pipeline Job 설정에서 Poll SCM(* * * * *) 적용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로컬에서 app.py를 한 줄 수정하고 git push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1분 이내 자동으로 빌드가 시작되는 것을 Build History에서 확인 — 캡처 첨부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12주차 1~3차시(문법·Jenkinsfile·Poll SCM) 실습을 종합해서 제출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12주차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11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Webhook은 GitHub이 직접 알려주는 방식, Poll SCM은 Jenkins가 스스로 물어보는 방식이다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NAT 뒤에 있는 학생 VM 환경에서는 Poll SCM(예: 매 1분 확인)으로 git push 시 자동 빌드를 구현한다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다음 주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</a:rPr>
              <a:t>다음 차시 예고 — 13주차 — AI 미니 챗봇 전체 자동 배포 파이프라인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</a:rPr>
              <a:t>오늘까지 만든 Checkout→Build→Poll SCM 파이프라인에 Docker Hub Push와 K8s 자동 배포까지 이어붙여, Git부터 K8s까지 완전히 자동화된 파이프라인을 완성합니다.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7889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B8A6"/>
                </a:solidFill>
                <a:latin typeface="맑은 고딕"/>
              </a:rPr>
              <a:t>12주차, 그리고 Jenkins 단원을 마치며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7180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맑은 고딕"/>
              </a:rPr>
              <a:t>수고하셨습니다!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343400"/>
            <a:ext cx="9601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C9D3E6"/>
                </a:solidFill>
                <a:latin typeface="맑은 고딕"/>
              </a:rPr>
              <a:t>Jenkinsfile 문법부터 Poll SCM 자동 빌드까지, CI/CD의 핵심을 완주하셨습니다. 다음 주부터는 이 모든 걸 하나로 합치는 대통합 실습이 시작됩니다.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