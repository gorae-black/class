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Poll SCM 자동 빌드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 push 한 번으로 빌드가 저절로 시작되게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Webhook과 Poll SCM 두 가지 자동 빌드 방식의 차이를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왜 우리 실습 환경에서는 Poll SCM을 써야 하는지 이해한다(NAT 문제)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Poll SCM을 설정하고 git push로 자동 빌드가 트리거되는 것을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12주차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Poll SCM 설정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12주차 종합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자동 빌드의 두 가지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Webhook과 Poll SCM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자동 빌드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Webhook — 가장 흔히 쓰는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GitHub이 push를 감지하면, 즉시 Jenkins 서버로 '지금 push됐다'는 알림(HTTP 요청)을 보냄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실시간에 가깝게 빠르지만, GitHub이 Jenkins 서버에 직접 접속할 수 있어야 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즉, Jenkins 서버가 인터넷에서 접근 가능한 공인 주소를 가지고 있어야 동작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자동 빌드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 VM은 왜 Webhook을 못 쓸까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학생 개인 VM은 가정용 공유기 NAT 뒤에 있음 — 외부(GitHub)에서 직접 접속할 수 있는 주소가 없음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즉 GitHub이 'push됐다'는 알림을 우리 VM의 Jenkins로 보낼 방법이 없음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이 문제를 해결하는 방식이 Poll SCM — Jenkins가 스스로 GitHub에 물어보러 가는 방식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4주차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4주차에 Jenkins→minikube 연결에서도 비슷한 네트워크 제약을 만난 적이 있었죠(13주차에 재등장)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Poll SCM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Jenkins가 스스로 물어보러 간다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Poll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Poll SCM 동작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Jenkins가 정해진 주기마다(예: 매 1분) GitHub 저장소에 '변경 사항 있어?'라고 직접 물어봄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변경이 있으면 그때 자동으로 빌드를 시작 — 없으면 아무 일도 하지 않음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학생 VM이 외부에서 접근 가능할 필요가 없음 — Jenkins가 나가서 확인하는 구조라 NAT 문제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Poll SCM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Jenkins(1분마다) → GitHub "변경됐어?" → (Yes면) 자동 빌드 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Poll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Job 설정에서 Poll SCM 켜기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Job 설정 화면 → Build Triggers → 'Poll SCM' 체크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Schedule란에 cron 형식으로 * * * * * 입력(매 1분마다 확인)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저장 후 GitHub에 아무 변경 없이 기다리면 — 빌드가 실행되지 않음(정상)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코드를 수정하고 git push하면 — 수 초~1분 내 자동으로 빌드가 시작됨(검증 완료)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Poll SCM 설정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제공된 Pipeline Job에 Poll SCM(* * * * *) 설정 적용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준비한 저장소에 변경 사항을 시뮬레이션 → 자동 빌드 트리거 관찰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Build History에 'SCM 변경 감지'로 자동 실행된 빌드가 나타나는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12주차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VM의 myflask-pipeline Job 설정에서 Poll SCM(* * * * *) 적용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로컬에서 app.py를 한 줄 수정하고 git push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1분 이내 자동으로 빌드가 시작되는 것을 Build History에서 확인 — 캡처 첨부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12주차 1~3차시(문법·Jenkinsfile·Poll SCM)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Webhook은 GitHub이 직접 알려주는 방식, Poll SCM은 Jenkins가 스스로 물어보는 방식이다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NAT 뒤에 있는 학생 VM 환경에서는 Poll SCM(예: 매 1분 확인)으로 git push 시 자동 빌드를 구현한다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— AI 미니 챗봇 전체 자동 배포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오늘까지 만든 Checkout→Build→Poll SCM 파이프라인에 Docker Hub Push와 K8s 자동 배포까지 이어붙여, Git부터 K8s까지 완전히 자동화된 파이프라인을 완성합니다.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