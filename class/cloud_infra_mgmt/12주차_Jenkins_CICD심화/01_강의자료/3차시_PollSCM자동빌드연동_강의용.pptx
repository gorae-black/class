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12주차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Poll SCM 자동 빌드 연동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git push 한 번으로 빌드가 저절로 시작되게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담당교수  김지윤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5943600"/>
            <a:ext cx="18288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4213D"/>
                </a:solidFill>
                <a:latin typeface="맑은 고딕"/>
              </a:rPr>
              <a:t>강의용(교수자 시연)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0">
                <a:solidFill>
                  <a:srgbClr val="222733"/>
                </a:solidFill>
                <a:latin typeface="맑은 고딕"/>
              </a:rPr>
              <a:t>1.  Webhook과 Poll SCM 두 가지 자동 빌드 방식의 차이를 이해한다</a:t>
            </a:r>
          </a:p>
          <a:p>
            <a:pPr>
              <a:lnSpc>
                <a:spcPct val="115000"/>
              </a:lnSpc>
            </a:pPr>
            <a:r>
              <a:rPr sz="1700" b="0">
                <a:solidFill>
                  <a:srgbClr val="222733"/>
                </a:solidFill>
                <a:latin typeface="맑은 고딕"/>
              </a:rPr>
              <a:t>2.  왜 우리 실습 환경에서는 Poll SCM을 써야 하는지 이해한다(NAT 문제)</a:t>
            </a:r>
          </a:p>
          <a:p>
            <a:pPr>
              <a:lnSpc>
                <a:spcPct val="115000"/>
              </a:lnSpc>
            </a:pPr>
            <a:r>
              <a:rPr sz="1700" b="0">
                <a:solidFill>
                  <a:srgbClr val="222733"/>
                </a:solidFill>
                <a:latin typeface="맑은 고딕"/>
              </a:rPr>
              <a:t>3.  Poll SCM을 설정하고 git push로 자동 빌드가 트리거되는 것을 확인한다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3차시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 (60분)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3495751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6021324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8546896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28292" y="3017520"/>
            <a:ext cx="521208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28292" y="3017520"/>
            <a:ext cx="5212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25분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28292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9" name="Oval 18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Killercoda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53865" y="3017520"/>
            <a:ext cx="521208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53865" y="3017520"/>
            <a:ext cx="5212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15분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53865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Poll SCM 설정 실습</a:t>
            </a:r>
          </a:p>
        </p:txBody>
      </p:sp>
      <p:sp>
        <p:nvSpPr>
          <p:cNvPr id="26" name="Oval 25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안내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79438" y="3017520"/>
            <a:ext cx="420623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9438" y="3017520"/>
            <a:ext cx="42062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9438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VM에서 동일 실습</a:t>
            </a:r>
          </a:p>
        </p:txBody>
      </p:sp>
      <p:sp>
        <p:nvSpPr>
          <p:cNvPr id="33" name="Oval 32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제출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05011" y="3017520"/>
            <a:ext cx="420623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05011" y="3017520"/>
            <a:ext cx="42062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5011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12주차 종합 제출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3차시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자동 빌드의 두 가지 방식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Webhook과 Poll SCM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자동 빌드 방식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Webhook — 가장 흔히 쓰는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GitHub이 push를 감지하면, 즉시 Jenkins 서버로 '지금 push됐다'는 알림(HTTP 요청)을 보냄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실시간에 가깝게 빠르지만, GitHub이 Jenkins 서버에 직접 접속할 수 있어야 함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즉, Jenkins 서버가 인터넷에서 접근 가능한 공인 주소를 가지고 있어야 동작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자동 빌드 방식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우리 VM은 왜 Webhook을 못 쓸까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학생 개인 VM은 가정용 공유기 NAT 뒤에 있음 — 외부(GitHub)에서 직접 접속할 수 있는 주소가 없음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즉 GitHub이 'push됐다'는 알림을 우리 VM의 Jenkins로 보낼 방법이 없음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이 문제를 해결하는 방식이 Poll SCM — Jenkins가 스스로 GitHub에 물어보러 가는 방식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🔗  4주차 연결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4주차에 Jenkins→minikube 연결에서도 비슷한 네트워크 제약을 만난 적이 있었죠(13주차에 재등장)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3차시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06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Poll SCM 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Jenkins가 스스로 물어보러 간다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Poll SCM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Poll SCM 동작 원리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Jenkins가 정해진 주기마다(예: 매 1분) GitHub 저장소에 '변경 사항 있어?'라고 직접 물어봄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변경이 있으면 그때 자동으로 빌드를 시작 — 없으면 아무 일도 하지 않음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학생 VM이 외부에서 접근 가능할 필요가 없음 — Jenkins가 나가서 확인하는 구조라 NAT 문제 없음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Poll SCM 흐름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Jenkins(1분마다) → GitHub "변경됐어?" → (Yes면) 자동 빌드 시작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3차시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Poll SCM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Job 설정에서 Poll SCM 켜기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Job 설정 화면 → Build Triggers → 'Poll SCM' 체크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Schedule란에 cron 형식으로 * * * * * 입력(매 1분마다 확인)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저장 후 GitHub에 아무 변경 없이 기다리면 — 빌드가 실행되지 않음(정상)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코드를 수정하고 git push하면 — 수 초~1분 내 자동으로 빌드가 시작됨(검증 완료)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Poll SCM 설정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제공된 Pipeline Job에 Poll SCM(* * * * *) 설정 적용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교수자가 미리 준비한 저장소에 변경 사항을 시뮬레이션 → 자동 빌드 트리거 관찰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Build History에 'SCM 변경 감지'로 자동 실행된 빌드가 나타나는 것을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안내 — 12주차 종합 제출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개인 VM의 myflask-pipeline Job 설정에서 Poll SCM(* * * * *) 적용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로컬에서 app.py를 한 줄 수정하고 git push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1분 이내 자동으로 빌드가 시작되는 것을 Build History에서 확인 — 캡처 첨부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12주차 1~3차시(문법·Jenkinsfile·Poll SCM) 실습을 종합해서 제출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11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Webhook은 GitHub이 직접 알려주는 방식, Poll SCM은 Jenkins가 스스로 물어보는 방식이다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NAT 뒤에 있는 학생 VM 환경에서는 Poll SCM(예: 매 1분 확인)으로 git push 시 자동 빌드를 구현한다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주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13주차 — AI 미니 챗봇 전체 자동 배포 파이프라인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오늘까지 만든 Checkout→Build→Poll SCM 파이프라인에 Docker Hub Push와 K8s 자동 배포까지 이어붙여, Git부터 K8s까지 완전히 자동화된 파이프라인을 완성합니다.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