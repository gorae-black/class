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"12주차 2차시를 시작하겠습니다.</a:t>
            </a:r>
          </a:p>
          <a:p/>
          <a:p>
            <a:r>
              <a:t>지난 시간에 Jenkinsfile 문법을 개념으로 배웠는데요, 오늘은 실제로 Jenkinsfile을 작성해서 Pipeline</a:t>
            </a:r>
          </a:p>
          <a:p>
            <a:r>
              <a:t>Job을 만들고, Build Now로 실행까지 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Checkout·Build 단계를 포함한 실제 Jenkinsfile을 작성하고,</a:t>
            </a:r>
          </a:p>
          <a:p>
            <a:r>
              <a:t>둘째, Pipeline 타입 Job을 만들고 Jenkinsfile을 연결하고,</a:t>
            </a:r>
          </a:p>
          <a:p>
            <a:r>
              <a:t>셋째 — 오늘 직접 해볼 건데 — Build Now로 수동 실행하고 Console Output에서 각 Stage 결과를</a:t>
            </a:r>
          </a:p>
          <a:p>
            <a:r>
              <a:t>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실전 Jenkinsfile 작성]</a:t>
            </a:r>
          </a:p>
          <a:p/>
          <a:p>
            <a:r>
              <a:t>"먼저 실제로 어떤 코드를 실행할지부터 정하겠습니다."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[3주차 Flask 앱을 다시 활용]</a:t>
            </a:r>
          </a:p>
          <a:p/>
          <a:p>
            <a:r>
              <a:t>"오늘은 완전히 새로운 걸 만들지 않고, **3주차에 GitHub에 올렸던 cloud-lab 저장소**(`app.py`,</a:t>
            </a:r>
          </a:p>
          <a:p>
            <a:r>
              <a:t>`Dockerfile`)를 다시 활용합니다. 기억나시나요? 그때 Flask 앱을 만들어서 GitHub에 push했었죠.</a:t>
            </a:r>
          </a:p>
          <a:p/>
          <a:p>
            <a:r>
              <a:t>**(오늘의 목표 명확화)** 오늘은 이 저장소를 Jenkins가 **Checkout**(가져오기)해서 `docker build`까지</a:t>
            </a:r>
          </a:p>
          <a:p>
            <a:r>
              <a:t>자동으로 실행하는 Jenkinsfile을 작성할 겁니다.</a:t>
            </a:r>
          </a:p>
          <a:p/>
          <a:p>
            <a:r>
              <a:t>**(13주차 연결)** 이건 사실 13주차 대통합 실습에서 쓸 Jenkinsfile의 축소판입니다. 오늘 Checkout과</a:t>
            </a:r>
          </a:p>
          <a:p>
            <a:r>
              <a:t>Build만 해보면, 13주차에는 여기에 Push와 Deploy 단계만 추가하면 되는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[Checkout + Build 단계]</a:t>
            </a:r>
          </a:p>
          <a:p/>
          <a:p>
            <a:r>
              <a:t>"실제 코드를 보겠습니다.</a:t>
            </a:r>
          </a:p>
          <a:p/>
          <a:p>
            <a:r>
              <a:t>```groovy</a:t>
            </a:r>
          </a:p>
          <a:p>
            <a:r>
              <a:t>pipeline {</a:t>
            </a:r>
          </a:p>
          <a:p>
            <a:r>
              <a:t>  agent any</a:t>
            </a:r>
          </a:p>
          <a:p>
            <a:r>
              <a:t>  stages {</a:t>
            </a:r>
          </a:p>
          <a:p>
            <a:r>
              <a:t>    stage("Checkout") {</a:t>
            </a:r>
          </a:p>
          <a:p>
            <a:r>
              <a:t>      steps { git url: "https://github.com/{id}/cloud-lab.git", branch: "main" }</a:t>
            </a:r>
          </a:p>
          <a:p>
            <a:r>
              <a:t>    }</a:t>
            </a:r>
          </a:p>
          <a:p>
            <a:r>
              <a:t>    stage("Build") {</a:t>
            </a:r>
          </a:p>
          <a:p>
            <a:r>
              <a:t>      steps { sh "docker build -t myflask:test ."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`Checkout` stage는 `git url: \"...\"` 스텝으로 GitHub 저장소를 가져옵니다. `{id}` 자리에는 여러분의</a:t>
            </a:r>
          </a:p>
          <a:p>
            <a:r>
              <a:t>GitHub 아이디를 넣어야 합니다. `Build` stage는 `sh` 스텝으로 셸 명령어(`docker build`)를 실행합니다.</a:t>
            </a:r>
          </a:p>
          <a:p/>
          <a:p>
            <a:r>
              <a:t>**(문법 연결)** `sh` 스텝 안에 들어가는 명령어는 사실 여러분이 3주차에 터미널에서 직접 쳤던 것과</a:t>
            </a:r>
          </a:p>
          <a:p>
            <a:r>
              <a:t>똑같은 `docker build` 명령어입니다. 다만 이제는 Jenkins가 대신 실행해주는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Pipeline Job 만들기]</a:t>
            </a:r>
          </a:p>
          <a:p/>
          <a:p>
            <a:r>
              <a:t>"이제 이 Jenkinsfile을 Jenkins에 등록하는 방법을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[Pipeline Job 생성 절차]</a:t>
            </a:r>
          </a:p>
          <a:p/>
          <a:p>
            <a:r>
              <a:t>"**(중요 — 타입 선택 주의)** New Item을 클릭하고, 이번엔 **Pipeline**을 선택합니다. 11주차의</a:t>
            </a:r>
          </a:p>
          <a:p>
            <a:r>
              <a:t>Freestyle project와는 다른 타입이니 꼭 확인하세요.</a:t>
            </a:r>
          </a:p>
          <a:p/>
          <a:p>
            <a:r>
              <a:t>Job 이름을 입력한 뒤, 아래로 스크롤하면 **Pipeline** 섹션이 나옵니다. 'Pipeline script'라는 텍스트</a:t>
            </a:r>
          </a:p>
          <a:p>
            <a:r>
              <a:t>칸에 방금 본 Jenkinsfile 내용을 그대로 붙여넣습니다.</a:t>
            </a:r>
          </a:p>
          <a:p/>
          <a:p>
            <a:r>
              <a:t>저장한 뒤 **Build Now**를 클릭하면, 화면에 **Stage View**가 나타나면서 Checkout과 Build 단계가</a:t>
            </a:r>
          </a:p>
          <a:p>
            <a:r>
              <a:t>순서대로 진행되는 걸 볼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[결과를 눈으로 확인하기]</a:t>
            </a:r>
          </a:p>
          <a:p/>
          <a:p>
            <a:r>
              <a:t>"Build Now를 실행한 뒤 확인할 게 두 가지입니다.</a:t>
            </a:r>
          </a:p>
          <a:p/>
          <a:p>
            <a:r>
              <a:t>첫째, Stage View에서 각 단계가 **초록색**(성공)으로 표시되는지 확인합니다. 빨간색이면 그 단계에서</a:t>
            </a:r>
          </a:p>
          <a:p>
            <a:r>
              <a:t>오류가 난 거예요.</a:t>
            </a:r>
          </a:p>
          <a:p/>
          <a:p>
            <a:r>
              <a:t>둘째, Console Output을 열면 `git clone` 로그와 `docker build` 로그가 순서대로 출력된 걸 볼 수</a:t>
            </a:r>
          </a:p>
          <a:p>
            <a:r>
              <a:t>있습니다. 빌드가 끝난 후 VM 터미널에서 `docker images`를 쳐보면, `myflask:test`라는 이미지가 실제로</a:t>
            </a:r>
          </a:p>
          <a:p>
            <a:r>
              <a:t>만들어진 걸 확인할 수 있어요.</a:t>
            </a:r>
          </a:p>
          <a:p/>
          <a:p>
            <a:r>
              <a:t>**(13주차 연결 재확인)** 오늘의 Checkout+Build가, 13주차에는 Push와 Deploy까지 이어져서 전체</a:t>
            </a:r>
          </a:p>
          <a:p>
            <a:r>
              <a:t>파이프라인이 완성됩니다."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Pipeline Job 생성 실습]</a:t>
            </a:r>
          </a:p>
          <a:p/>
          <a:p>
            <a:r>
              <a:t>"자, 직접 해보겠습니다. 제가 제공하는 공개 저장소를 Checkout하는 Jenkinsfile을 작성하세요.</a:t>
            </a:r>
          </a:p>
          <a:p/>
          <a:p>
            <a:r>
              <a:t>Pipeline Job을 생성한 뒤 Pipeline script에 붙여넣고 Build Now를 실행하세요. Stage View와 Console</a:t>
            </a:r>
          </a:p>
          <a:p>
            <a:r>
              <a:t>Output에서 Checkout 단계가 성공했는지 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Jenkinsfile 작성+수동 빌드]</a:t>
            </a:r>
          </a:p>
          <a:p/>
          <a:p>
            <a:r>
              <a:t>"개인 VM Jenkins에서 Pipeline Job(예: `myflask-pipeline`)을 생성하세요.</a:t>
            </a:r>
          </a:p>
          <a:p/>
          <a:p>
            <a:r>
              <a:t>본인의 `cloud-lab` 저장소를 Checkout하고 `docker build`를 실행하는 Jenkinsfile을 작성해서 Pipeline</a:t>
            </a:r>
          </a:p>
          <a:p>
            <a:r>
              <a:t>script에 붙여넣으세요.</a:t>
            </a:r>
          </a:p>
          <a:p/>
          <a:p>
            <a:r>
              <a:t>Build Now를 실행한 후 Stage View와 Console Output을 캡처하고, `docker images`로 이미지가 생성된</a:t>
            </a:r>
          </a:p>
          <a:p>
            <a:r>
              <a:t>걸 확인해서 캡처하시면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**Pipeline Job은 Freestyle과 달리 Jenkinsfile(코드)로 빌드 단계를 정의한다.**</a:t>
            </a:r>
          </a:p>
          <a:p>
            <a:r>
              <a:t>둘째, **Checkout stage로 GitHub 코드를 받아오고, Build stage로 docker build를 실행하는 흐름을</a:t>
            </a:r>
          </a:p>
          <a:p>
            <a:r>
              <a:t>직접 만들었다.**"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매번 Build Now를 손으로 누르는 대신, GitHub에 push하면 **자동으로** 빌드가</a:t>
            </a:r>
          </a:p>
          <a:p>
            <a:r>
              <a:t>시작되도록 Poll SCM으로 연동해보겠습니다.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"3주차 저장소를 못 찾겠어요/삭제했어요" | GitHub에서 본인 계정의 저장소 목록을 확인하도록 안내하세요. 만약 삭제했다면, 3주차 자료를 참고해 `app.py`, `Dockerfile`을 다시 만들고 새 저장소에 push하면 됩니다. |</a:t>
            </a:r>
          </a:p>
          <a:p>
            <a:r>
              <a:t>| "Checkout 단계에서 인증 오류가 나요" | 저장소가 Private이면 Jenkins가 접근할 수 없어 오류가 납니다. 저장소가 Public으로 설정되어 있는지 GitHub 저장소 설정에서 확인하도록 안내하세요. |</a:t>
            </a:r>
          </a:p>
          <a:p>
            <a:r>
              <a:t>| "Pipeline script 대신 다른 방법은 없나요?" | 'Pipeline script from SCM'이라는 옵션으로, GitHub 저장소 안에 있는 Jenkinsfile 파일을 직접 읽어오게 할 수도 있습니다. 이 방식은 다음 3차시에 Poll SCM과 함께 다룹니다.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Jenkinsfile 작성과 수동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Pipeline Job을 만들고 Build Now로 실행하기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Checkout·Build 단계를 포함한 실제 Jenkinsfile을 작성한다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Pipeline 타입 Job을 만들고 Jenkinsfile을 연결한다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Build Now로 수동 실행하고 Console Output에서 각 Stage 결과를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Pipeline Job 생성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동일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실전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Checkout과 Build 단계 추가하기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3주차 Flask 앱을 다시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3주차에 GitHub에 올린 cloud-lab 저장소(app.py, Dockerfile)를 그대로 사용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오늘은 이 저장소를 Checkout해서 docker build까지 실행하는 Jenkinsfile을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13주차 대통합 실습에서 쓸 Jenkinsfile의 축소판이라고 생각하면 이해가 쉬움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Checkout + Build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pipeline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agent any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stages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stage("Checkout")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steps { git url: "https://github.com/{id}/cloud-lab.git", branch: "main"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stage("Build")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steps { sh "docker build -t myflask:test ."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Job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Freestyle이 아니라 Pipeline 타입으로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Pipeline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Job 생성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New Item → Pipeline 선택 (Freestyle project가 아님에 주의)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Pipeline 섹션의 'Pipeline script'에 Jenkinsfile 내용을 그대로 붙여넣기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저장 후 Build Now 클릭 → Stage View에서 Checkout·Build 단계가 순서대로 진행되는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Pipeline Job 생성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New Item →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script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Build Now → Stage View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Pipeline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결과를 눈으로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Build Now 실행 후, 화면에 나타나는 Stage View에서 각 단계가 초록색(성공)인지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Console Output을 열면 git clone 로그와 docker build 로그가 순서대로 출력됨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images 로 myflask:test 이미지가 실제로 생성됐는지 VM에서 직접 확인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🔗  13주차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Checkout+Build가 13주차에는 Push+Deploy까지 이어져 전체 파이프라인이 완성됩니다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Pipeline Job 생성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교수자가 제공한 공개 저장소를 Checkout하는 Jenkinsfile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Pipeline Job 생성 후 Pipeline script에 붙여넣고 Build Now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Stage View와 Console Output에서 Checkout 단계 성공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Jenkinsfile 작성+수동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 Jenkins에서 Pipeline Job(예: myflask-pipeline) 생성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본인 cloud-lab 저장소를 Checkout하고 docker build를 실행하는 Jenkinsfile 작성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Build Now 실행 후 Stage View + Console Output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images로 생성된 이미지 확인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Job은 Freestyle과 달리 Jenkinsfile(코드)로 빌드 단계를 정의한다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Checkout stage로 GitHub 코드를 받아오고, Build stage로 docker build를 실행하는 흐름을 직접 만들었다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매번 Build Now를 누르는 대신, GitHub에 push하면 자동으로 빌드가 시작되도록 Poll SCM으로 연동합니다.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