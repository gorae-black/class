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Declarative Pipeline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빌드 과정을 클릭이 아니라 코드로 선언한다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Freestyle Job과 Pipeline(Jenkinsfile) 방식의 차이를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Declarative Pipeline의 기본 구조(pipeline·stages·steps)를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Stage·환경변수·Credential이 파이프라인에서 하는 역할을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뼈대 Jenkinsfile 빈칸 채우기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다음 차시 실습 예고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Jenkinsfile로 옮겨가는가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클릭 설정의 한계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Pipeline이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Freestyle Job의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11주차 hello-jenkins는 화면에서 클릭으로 설정 — 다른 사람과 그 설정을 공유하기 어려움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빌드 단계가 늘어날수록(체크아웃→빌드→푸시→배포) 화면 설정만으로는 복잡해짐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설정을 코드로 관리하면 Git으로 버전 관리, 리뷰, 재사용이 가능해짐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Jenkinsfile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Jenkins의 빌드 파이프라인을 코드(텍스트 파일)로 선언하는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Declarative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가장 표준적인 Jenkinsfile 작성 방식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Jenkinsfile의 기본 뼈대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pipeline { } — 전체를 감싸는 최상위 블록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agent any — 이 파이프라인을 어떤 서버(에이전트)에서 실행할지 지정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stages { stage("이름") { steps { ... } } } — 단계별 작업을 순서대로 나열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기본 뼈대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pipeline { agent 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Stage로 단계 나누기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하나의 파이프라인을 여러 stage로 나눠서 각 단계가 무슨 일을 하는지 명확히 표현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Checkout(코드 받기) → Build(빌드) → Push(업로드) → Deploy(배포)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UI에서 각 stage가 성공했는지 실패했는지 시각적으로 확인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환경변수와 Credential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environment { } — 파이프라인 전체에서 쓸 환경변수를 선언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$BUILD_NUMBER 같은 Jenkins 기본 제공 변수도 자동으로 사용 가능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withCredentials { } — Docker Hub 비밀번호 같은 민감정보를 코드에 노출하지 않고 안전하게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뼈대 Jenkinsfile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pipeline·agent·stages 빈칸이 있는 Jenkinsfile 템플릿 제공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로그를 출력하는 3단계(예: Start → Process → Done)를 스스로 완성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Job에 Jenkinsfile을 연결해 Build Now로 실행하고 Console Output에서 단계별 로그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문법 위주였고, 개인 VM에는 아직 Jenkinsfile을 적용하지 않습니다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실제 Jenkinsfile을 작성해 VM Jenkins에서 수동 빌드(Build Now)로 실행합니다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11주차에 만든 hello-jenkins Job은 그대로 남겨두세요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Jenkinsfile은 빌드 파이프라인을 코드로 선언해 버전 관리·재사용이 가능하게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pipeline → stages → steps 구조로 단계를 나누고, environment·withCredentials로 변수와 민감정보를 다룬다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직접 Jenkinsfile을 작성해서 VM의 Jenkins Job에 연결하고, Build Now로 수동 빌드를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